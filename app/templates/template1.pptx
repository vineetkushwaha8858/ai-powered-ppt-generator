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911" autoAdjust="0"/>
  </p:normalViewPr>
  <p:slideViewPr>
    <p:cSldViewPr snapToGrid="0">
      <p:cViewPr varScale="1">
        <p:scale>
          <a:sx n="67" d="100"/>
          <a:sy n="67" d="100"/>
        </p:scale>
        <p:origin x="572" y="52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presentation will benefit audience: Adult learners are more interested in a subject if they know how or why it is important to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Presenter’s level of expertise in the subject: Briefly state your credentials in this area, or explain why participants should listen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descriptions should be brief.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 the end of this lesson, you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files to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Move files to different locations on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 files on the team Web server.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4E708F12-96AD-4ED4-8132-A78F5E42C1F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BEDD-6160-49BB-B372-861DE7DE9BA5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C20F09E4-6EA4-4BF3-9FC8-FF40373B88E6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of Training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Your Name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the subject of the presentation.</a:t>
            </a:r>
          </a:p>
          <a:p>
            <a:r>
              <a:rPr lang="en-US" dirty="0"/>
              <a:t>State how presentation will benefit audience.</a:t>
            </a:r>
          </a:p>
          <a:p>
            <a:r>
              <a:rPr lang="en-US" dirty="0"/>
              <a:t>State presenter’s level of expertise in subject.</a:t>
            </a:r>
          </a:p>
          <a:p>
            <a:r>
              <a:rPr lang="en-US" dirty="0"/>
              <a:t>Tip: Click and scroll in the notes pane below to see more instructions, or to add your own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Lesson 1: Name</a:t>
            </a:r>
          </a:p>
          <a:p>
            <a:pPr lvl="1"/>
            <a:r>
              <a:rPr lang="en-US" dirty="0"/>
              <a:t>Provide brief description, if desired.</a:t>
            </a:r>
          </a:p>
          <a:p>
            <a:r>
              <a:rPr lang="en-US" dirty="0"/>
              <a:t>Lesson 2: Name</a:t>
            </a:r>
          </a:p>
          <a:p>
            <a:pPr lvl="1"/>
            <a:r>
              <a:rPr lang="en-US" dirty="0"/>
              <a:t>Provide brief description, if desired.</a:t>
            </a:r>
          </a:p>
          <a:p>
            <a:r>
              <a:rPr lang="en-US" dirty="0"/>
              <a:t>Lesson 3: Name</a:t>
            </a:r>
          </a:p>
          <a:p>
            <a:pPr lvl="1"/>
            <a:r>
              <a:rPr lang="en-US" dirty="0"/>
              <a:t>Provide brief description, if desired.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the intended outcomes for this training session.</a:t>
            </a:r>
          </a:p>
          <a:p>
            <a:r>
              <a:rPr lang="en-US" dirty="0"/>
              <a:t>Each objective should be concise, should contain a verb, and should have a measurable result.</a:t>
            </a:r>
          </a:p>
          <a:p>
            <a:r>
              <a:rPr lang="en-US" dirty="0"/>
              <a:t>Tip: Click and scroll in the notes pane below to see examples, or to add your own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1: Content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Add text here. </a:t>
            </a:r>
          </a:p>
          <a:p>
            <a:r>
              <a:rPr lang="en-US" dirty="0"/>
              <a:t>To add a picture, chart, or other content in the right column, click the appropriate icon.</a:t>
            </a:r>
          </a:p>
          <a:p>
            <a:r>
              <a:rPr lang="en-US" dirty="0"/>
              <a:t>To add a slide, click New Slide on the Insert menu, or press CTRL+M.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1: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important points.</a:t>
            </a:r>
          </a:p>
          <a:p>
            <a:r>
              <a:rPr lang="en-US" dirty="0"/>
              <a:t>Allow time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351434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the intended outcomes for this training session.</a:t>
            </a:r>
          </a:p>
          <a:p>
            <a:r>
              <a:rPr lang="en-US" dirty="0"/>
              <a:t>Each objective should be concise, should contain a verb, and should have a measurable result.</a:t>
            </a:r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2: Content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Add text here. </a:t>
            </a:r>
          </a:p>
          <a:p>
            <a:r>
              <a:rPr lang="en-US" dirty="0"/>
              <a:t>To add a picture, chart, or other content in the right column, click the appropriate icon.</a:t>
            </a:r>
          </a:p>
          <a:p>
            <a:r>
              <a:rPr lang="en-US" dirty="0"/>
              <a:t>To add a slide, click New Slide on the Insert menu, or press CTRL+M.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2: 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important points.</a:t>
            </a:r>
          </a:p>
          <a:p>
            <a:r>
              <a:rPr lang="en-US" dirty="0"/>
              <a:t>Allow time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282259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the intended outcomes for this training session.</a:t>
            </a:r>
          </a:p>
          <a:p>
            <a:r>
              <a:rPr lang="en-US" dirty="0"/>
              <a:t>Each objective should be concise, should contain a verb, and should have a measurable result.</a:t>
            </a:r>
          </a:p>
        </p:txBody>
      </p:sp>
    </p:spTree>
    <p:extLst>
      <p:ext uri="{BB962C8B-B14F-4D97-AF65-F5344CB8AC3E}">
        <p14:creationId xmlns:p14="http://schemas.microsoft.com/office/powerpoint/2010/main" val="41553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3: Content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Add text here. </a:t>
            </a:r>
          </a:p>
          <a:p>
            <a:r>
              <a:rPr lang="en-US" dirty="0"/>
              <a:t>To add a picture, chart, or other content in the right column, click the appropriate icon.</a:t>
            </a:r>
          </a:p>
          <a:p>
            <a:r>
              <a:rPr lang="en-US" dirty="0"/>
              <a:t>To add a slide, click New Slide on the Insert menu, or press CTRL+M.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3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3: 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important points.</a:t>
            </a:r>
          </a:p>
          <a:p>
            <a:r>
              <a:rPr lang="en-US" dirty="0"/>
              <a:t>Allow time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15315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important points from each lesson.</a:t>
            </a:r>
          </a:p>
          <a:p>
            <a:r>
              <a:rPr lang="en-US" dirty="0"/>
              <a:t>Provide resources for more information on subject.</a:t>
            </a:r>
          </a:p>
          <a:p>
            <a:pPr lvl="1"/>
            <a:r>
              <a:rPr lang="en-US" dirty="0"/>
              <a:t>List resources on this slide.</a:t>
            </a:r>
          </a:p>
          <a:p>
            <a:pPr lvl="1"/>
            <a:r>
              <a:rPr lang="en-US" dirty="0"/>
              <a:t>Provide handouts with additional resource material.</a:t>
            </a:r>
          </a:p>
        </p:txBody>
      </p:sp>
    </p:spTree>
    <p:extLst>
      <p:ext uri="{BB962C8B-B14F-4D97-AF65-F5344CB8AC3E}">
        <p14:creationId xmlns:p14="http://schemas.microsoft.com/office/powerpoint/2010/main" val="380951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a quiz or challenge to assess how much information participants learned.</a:t>
            </a:r>
          </a:p>
          <a:p>
            <a:r>
              <a:rPr lang="en-US" dirty="0"/>
              <a:t>Survey participants to see if they found the training beneficial.</a:t>
            </a:r>
          </a:p>
        </p:txBody>
      </p:sp>
    </p:spTree>
    <p:extLst>
      <p:ext uri="{BB962C8B-B14F-4D97-AF65-F5344CB8AC3E}">
        <p14:creationId xmlns:p14="http://schemas.microsoft.com/office/powerpoint/2010/main" val="6876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540</Words>
  <Application>Microsoft Office PowerPoint</Application>
  <PresentationFormat>Widescreen</PresentationFormat>
  <Paragraphs>67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Wingdings 2</vt:lpstr>
      <vt:lpstr>Training presentation</vt:lpstr>
      <vt:lpstr>Title of Training Presentation</vt:lpstr>
      <vt:lpstr>Introduction</vt:lpstr>
      <vt:lpstr>Training Outline</vt:lpstr>
      <vt:lpstr>Lesson 1: Objectives</vt:lpstr>
      <vt:lpstr>Lesson 1: Content</vt:lpstr>
      <vt:lpstr>Lesson 1: Wrap-up</vt:lpstr>
      <vt:lpstr>Lesson 2: Objectives</vt:lpstr>
      <vt:lpstr>Lesson 2: Content</vt:lpstr>
      <vt:lpstr>Lesson 2: Wrap-up</vt:lpstr>
      <vt:lpstr>Lesson 3: Objectives</vt:lpstr>
      <vt:lpstr>Lesson 3: Content</vt:lpstr>
      <vt:lpstr>Lesson 3: Wrap-up</vt:lpstr>
      <vt:lpstr>Summary of Training</vt:lpstr>
      <vt:lpstr>Assessment and Evaluation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Lenovo</dc:creator>
  <cp:lastModifiedBy>Lenovo</cp:lastModifiedBy>
  <cp:revision>1</cp:revision>
  <dcterms:created xsi:type="dcterms:W3CDTF">2025-09-24T06:13:00Z</dcterms:created>
  <dcterms:modified xsi:type="dcterms:W3CDTF">2025-09-24T06:13:47Z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