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79" r:id="rId2"/>
    <p:sldId id="287" r:id="rId3"/>
    <p:sldId id="270" r:id="rId4"/>
    <p:sldId id="288" r:id="rId5"/>
    <p:sldId id="289" r:id="rId6"/>
    <p:sldId id="271" r:id="rId7"/>
    <p:sldId id="273" r:id="rId8"/>
    <p:sldId id="274" r:id="rId9"/>
    <p:sldId id="278" r:id="rId10"/>
    <p:sldId id="283" r:id="rId11"/>
    <p:sldId id="282" r:id="rId12"/>
    <p:sldId id="277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6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>
      <p:cViewPr varScale="1">
        <p:scale>
          <a:sx n="67" d="100"/>
          <a:sy n="67" d="100"/>
        </p:scale>
        <p:origin x="572" y="5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F52-419F-99EB-0A384E23D0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F52-419F-99EB-0A384E23D0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F52-419F-99EB-0A384E23D0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88875360"/>
        <c:axId val="288879280"/>
      </c:barChart>
      <c:catAx>
        <c:axId val="2888753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879280"/>
        <c:crosses val="autoZero"/>
        <c:auto val="1"/>
        <c:lblAlgn val="ctr"/>
        <c:lblOffset val="100"/>
        <c:noMultiLvlLbl val="0"/>
      </c:catAx>
      <c:valAx>
        <c:axId val="288879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8875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hierarchy3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7D14C5-CED9-4CFC-B338-DFB0C8090B9F}">
      <dgm:prSet phldrT="[Text]"/>
      <dgm:spPr>
        <a:solidFill>
          <a:schemeClr val="accent2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Group A</a:t>
          </a:r>
        </a:p>
      </dgm: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33EAD35F-38F2-4CB7-9A6D-B04FFD8A51FD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81FE7DB1-4BFC-4407-80A9-E5514E94C61D}" type="parTrans" cxnId="{FAC3D40F-8E66-452D-9CA4-C2871F2D10EF}">
      <dgm:prSet/>
      <dgm:spPr/>
      <dgm:t>
        <a:bodyPr/>
        <a:lstStyle/>
        <a:p>
          <a:endParaRPr lang="en-US"/>
        </a:p>
      </dgm:t>
    </dgm:pt>
    <dgm:pt modelId="{4B66B839-1910-459B-92B2-14846EBA7A70}" type="sibTrans" cxnId="{FAC3D40F-8E66-452D-9CA4-C2871F2D10EF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/>
      <dgm:spPr>
        <a:ln>
          <a:noFill/>
        </a:ln>
      </dgm:spPr>
      <dgm:t>
        <a:bodyPr/>
        <a:lstStyle/>
        <a:p>
          <a:r>
            <a:rPr lang="en-US" dirty="0"/>
            <a:t>Group B</a:t>
          </a:r>
        </a:p>
      </dgm: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D6510970-8F9C-4B45-A0F3-6ACB9AA76D40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7A9FC291-2B6A-4475-8B09-917F9F09E3AB}" type="parTrans" cxnId="{C6E7222A-5F84-456A-9806-D51868FAF8A9}">
      <dgm:prSet/>
      <dgm:spPr/>
      <dgm:t>
        <a:bodyPr/>
        <a:lstStyle/>
        <a:p>
          <a:endParaRPr lang="en-US"/>
        </a:p>
      </dgm:t>
    </dgm:pt>
    <dgm:pt modelId="{4B87F32C-3630-48F2-9114-4262C0BEEA9E}" type="sibTrans" cxnId="{C6E7222A-5F84-456A-9806-D51868FAF8A9}">
      <dgm:prSet/>
      <dgm:spPr/>
      <dgm:t>
        <a:bodyPr/>
        <a:lstStyle/>
        <a:p>
          <a:endParaRPr lang="en-US"/>
        </a:p>
      </dgm:t>
    </dgm:pt>
    <dgm:pt modelId="{709ED9DC-E391-4C6C-B788-93F1C2EFB6FD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B5FA6CF0-E0A0-46A0-93C9-B722B31A8A9C}" type="parTrans" cxnId="{78E3C3B3-FD19-41A6-A9CC-BB3375A6FF81}">
      <dgm:prSet/>
      <dgm:spPr/>
      <dgm:t>
        <a:bodyPr/>
        <a:lstStyle/>
        <a:p>
          <a:endParaRPr lang="en-US"/>
        </a:p>
      </dgm:t>
    </dgm:pt>
    <dgm:pt modelId="{F3C03C29-D7FF-4D61-8D75-8B75B2F589EC}" type="sibTrans" cxnId="{78E3C3B3-FD19-41A6-A9CC-BB3375A6FF81}">
      <dgm:prSet/>
      <dgm:spPr/>
      <dgm:t>
        <a:bodyPr/>
        <a:lstStyle/>
        <a:p>
          <a:endParaRPr lang="en-US"/>
        </a:p>
      </dgm:t>
    </dgm:pt>
    <dgm:pt modelId="{944DDEEE-85BF-40A7-8E7C-D9F7A88BCBF5}">
      <dgm:prSet phldrT="[Text]"/>
      <dgm:spPr/>
      <dgm:t>
        <a:bodyPr/>
        <a:lstStyle/>
        <a:p>
          <a:r>
            <a:rPr lang="en-US" dirty="0"/>
            <a:t>Task 3</a:t>
          </a:r>
        </a:p>
      </dgm:t>
    </dgm:pt>
    <dgm:pt modelId="{96E48E8C-6815-486B-913A-46E906683CA5}" type="parTrans" cxnId="{52554D45-D369-47D0-9A69-8D83F42E756F}">
      <dgm:prSet/>
      <dgm:spPr/>
      <dgm:t>
        <a:bodyPr/>
        <a:lstStyle/>
        <a:p>
          <a:endParaRPr lang="en-US"/>
        </a:p>
      </dgm:t>
    </dgm:pt>
    <dgm:pt modelId="{1900C70F-712D-42B9-9131-8AFF6E443C7B}" type="sibTrans" cxnId="{52554D45-D369-47D0-9A69-8D83F42E756F}">
      <dgm:prSet/>
      <dgm:spPr/>
      <dgm:t>
        <a:bodyPr/>
        <a:lstStyle/>
        <a:p>
          <a:endParaRPr lang="en-US"/>
        </a:p>
      </dgm:t>
    </dgm:pt>
    <dgm:pt modelId="{E1ECB3F7-5344-453E-AEA2-CAA73EB0DABA}" type="pres">
      <dgm:prSet presAssocID="{90119837-5B71-4D44-BB01-DB0B084933C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FE87B32-31C8-4CDD-B08E-24E52DE4CE78}" type="pres">
      <dgm:prSet presAssocID="{477D14C5-CED9-4CFC-B338-DFB0C8090B9F}" presName="root" presStyleCnt="0"/>
      <dgm:spPr/>
    </dgm:pt>
    <dgm:pt modelId="{695DCA82-6066-40ED-A15A-6FDE682D723D}" type="pres">
      <dgm:prSet presAssocID="{477D14C5-CED9-4CFC-B338-DFB0C8090B9F}" presName="rootComposite" presStyleCnt="0"/>
      <dgm:spPr/>
    </dgm:pt>
    <dgm:pt modelId="{B9700976-E85B-495D-B103-872B61698E32}" type="pres">
      <dgm:prSet presAssocID="{477D14C5-CED9-4CFC-B338-DFB0C8090B9F}" presName="rootText" presStyleLbl="node1" presStyleIdx="0" presStyleCnt="2"/>
      <dgm:spPr/>
      <dgm:t>
        <a:bodyPr/>
        <a:lstStyle/>
        <a:p>
          <a:endParaRPr lang="en-US"/>
        </a:p>
      </dgm:t>
    </dgm:pt>
    <dgm:pt modelId="{B62D9734-DA9E-46AA-A75B-F6A8EBEB531F}" type="pres">
      <dgm:prSet presAssocID="{477D14C5-CED9-4CFC-B338-DFB0C8090B9F}" presName="rootConnector" presStyleLbl="node1" presStyleIdx="0" presStyleCnt="2"/>
      <dgm:spPr/>
      <dgm:t>
        <a:bodyPr/>
        <a:lstStyle/>
        <a:p>
          <a:endParaRPr lang="en-US"/>
        </a:p>
      </dgm:t>
    </dgm:pt>
    <dgm:pt modelId="{36838E61-FB53-46D8-BAE4-E8663A272959}" type="pres">
      <dgm:prSet presAssocID="{477D14C5-CED9-4CFC-B338-DFB0C8090B9F}" presName="childShape" presStyleCnt="0"/>
      <dgm:spPr/>
    </dgm:pt>
    <dgm:pt modelId="{01B46424-51BE-46E7-8507-830F5370350D}" type="pres">
      <dgm:prSet presAssocID="{83BE74EF-FAB4-45A2-BBED-7CD5259AB210}" presName="Name13" presStyleLbl="parChTrans1D2" presStyleIdx="0" presStyleCnt="5"/>
      <dgm:spPr/>
      <dgm:t>
        <a:bodyPr/>
        <a:lstStyle/>
        <a:p>
          <a:endParaRPr lang="en-US"/>
        </a:p>
      </dgm:t>
    </dgm:pt>
    <dgm:pt modelId="{AB7F83CD-CC33-41D3-A8B3-A64B9D8F17C5}" type="pres">
      <dgm:prSet presAssocID="{C111C18A-FD96-4E63-821A-54D70D8DC65F}" presName="childText" presStyleLbl="b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3D2311-7E4F-467B-B75E-03829038DDB3}" type="pres">
      <dgm:prSet presAssocID="{81FE7DB1-4BFC-4407-80A9-E5514E94C61D}" presName="Name13" presStyleLbl="parChTrans1D2" presStyleIdx="1" presStyleCnt="5"/>
      <dgm:spPr/>
      <dgm:t>
        <a:bodyPr/>
        <a:lstStyle/>
        <a:p>
          <a:endParaRPr lang="en-US"/>
        </a:p>
      </dgm:t>
    </dgm:pt>
    <dgm:pt modelId="{8794BCF4-37F3-44F5-BD23-174D99D50D66}" type="pres">
      <dgm:prSet presAssocID="{33EAD35F-38F2-4CB7-9A6D-B04FFD8A51FD}" presName="childText" presStyleLbl="b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392C3E-5634-4F0B-84FD-38AC8E2176CC}" type="pres">
      <dgm:prSet presAssocID="{3C67E77D-62FA-499D-B5E6-E79A091C5267}" presName="root" presStyleCnt="0"/>
      <dgm:spPr/>
    </dgm:pt>
    <dgm:pt modelId="{C2840127-AC1F-4D2F-9F6B-E3BB001D4AF1}" type="pres">
      <dgm:prSet presAssocID="{3C67E77D-62FA-499D-B5E6-E79A091C5267}" presName="rootComposite" presStyleCnt="0"/>
      <dgm:spPr/>
    </dgm:pt>
    <dgm:pt modelId="{B53087BD-B014-4C09-8359-ABD9D1B2C2A7}" type="pres">
      <dgm:prSet presAssocID="{3C67E77D-62FA-499D-B5E6-E79A091C5267}" presName="rootText" presStyleLbl="node1" presStyleIdx="1" presStyleCnt="2"/>
      <dgm:spPr/>
      <dgm:t>
        <a:bodyPr/>
        <a:lstStyle/>
        <a:p>
          <a:endParaRPr lang="en-US"/>
        </a:p>
      </dgm:t>
    </dgm:pt>
    <dgm:pt modelId="{711A2D00-C5A0-4F13-B629-FD1B6B280C44}" type="pres">
      <dgm:prSet presAssocID="{3C67E77D-62FA-499D-B5E6-E79A091C5267}" presName="rootConnector" presStyleLbl="node1" presStyleIdx="1" presStyleCnt="2"/>
      <dgm:spPr/>
      <dgm:t>
        <a:bodyPr/>
        <a:lstStyle/>
        <a:p>
          <a:endParaRPr lang="en-US"/>
        </a:p>
      </dgm:t>
    </dgm:pt>
    <dgm:pt modelId="{AD0152DF-B099-4C31-9F29-68B51FE64AD1}" type="pres">
      <dgm:prSet presAssocID="{3C67E77D-62FA-499D-B5E6-E79A091C5267}" presName="childShape" presStyleCnt="0"/>
      <dgm:spPr/>
    </dgm:pt>
    <dgm:pt modelId="{369F92C9-0DAE-4800-AB3A-DD84D3F53EA0}" type="pres">
      <dgm:prSet presAssocID="{7A9FC291-2B6A-4475-8B09-917F9F09E3AB}" presName="Name13" presStyleLbl="parChTrans1D2" presStyleIdx="2" presStyleCnt="5"/>
      <dgm:spPr/>
      <dgm:t>
        <a:bodyPr/>
        <a:lstStyle/>
        <a:p>
          <a:endParaRPr lang="en-US"/>
        </a:p>
      </dgm:t>
    </dgm:pt>
    <dgm:pt modelId="{163E0E09-3766-4BC9-A140-3A06FBBD769A}" type="pres">
      <dgm:prSet presAssocID="{D6510970-8F9C-4B45-A0F3-6ACB9AA76D40}" presName="childText" presStyleLbl="b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757C65-B623-457B-BD42-01209E6139BD}" type="pres">
      <dgm:prSet presAssocID="{B5FA6CF0-E0A0-46A0-93C9-B722B31A8A9C}" presName="Name13" presStyleLbl="parChTrans1D2" presStyleIdx="3" presStyleCnt="5"/>
      <dgm:spPr/>
      <dgm:t>
        <a:bodyPr/>
        <a:lstStyle/>
        <a:p>
          <a:endParaRPr lang="en-US"/>
        </a:p>
      </dgm:t>
    </dgm:pt>
    <dgm:pt modelId="{EE053E75-C9AA-4CFB-9260-9576E0676FAB}" type="pres">
      <dgm:prSet presAssocID="{709ED9DC-E391-4C6C-B788-93F1C2EFB6FD}" presName="childText" presStyleLbl="b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5A5B3D-5CEF-46E0-9827-67186F8112C2}" type="pres">
      <dgm:prSet presAssocID="{96E48E8C-6815-486B-913A-46E906683CA5}" presName="Name13" presStyleLbl="parChTrans1D2" presStyleIdx="4" presStyleCnt="5"/>
      <dgm:spPr/>
      <dgm:t>
        <a:bodyPr/>
        <a:lstStyle/>
        <a:p>
          <a:endParaRPr lang="en-US"/>
        </a:p>
      </dgm:t>
    </dgm:pt>
    <dgm:pt modelId="{262B9C36-207C-4843-8D1F-3D8BDFBA0BFC}" type="pres">
      <dgm:prSet presAssocID="{944DDEEE-85BF-40A7-8E7C-D9F7A88BCBF5}" presName="childText" presStyleLbl="b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890D886-8739-475E-8F5E-6A91F6CCE7CB}" type="presOf" srcId="{477D14C5-CED9-4CFC-B338-DFB0C8090B9F}" destId="{B9700976-E85B-495D-B103-872B61698E32}" srcOrd="0" destOrd="0" presId="urn:microsoft.com/office/officeart/2005/8/layout/hierarchy3"/>
    <dgm:cxn modelId="{C6E7222A-5F84-456A-9806-D51868FAF8A9}" srcId="{3C67E77D-62FA-499D-B5E6-E79A091C5267}" destId="{D6510970-8F9C-4B45-A0F3-6ACB9AA76D40}" srcOrd="0" destOrd="0" parTransId="{7A9FC291-2B6A-4475-8B09-917F9F09E3AB}" sibTransId="{4B87F32C-3630-48F2-9114-4262C0BEEA9E}"/>
    <dgm:cxn modelId="{FAC3D40F-8E66-452D-9CA4-C2871F2D10EF}" srcId="{477D14C5-CED9-4CFC-B338-DFB0C8090B9F}" destId="{33EAD35F-38F2-4CB7-9A6D-B04FFD8A51FD}" srcOrd="1" destOrd="0" parTransId="{81FE7DB1-4BFC-4407-80A9-E5514E94C61D}" sibTransId="{4B66B839-1910-459B-92B2-14846EBA7A70}"/>
    <dgm:cxn modelId="{A78E7DA6-A34A-41BC-8629-6A7B56249F44}" type="presOf" srcId="{7A9FC291-2B6A-4475-8B09-917F9F09E3AB}" destId="{369F92C9-0DAE-4800-AB3A-DD84D3F53EA0}" srcOrd="0" destOrd="0" presId="urn:microsoft.com/office/officeart/2005/8/layout/hierarchy3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8212ADA3-2A1D-41D3-BE8F-FF680CC92FD8}" type="presOf" srcId="{90119837-5B71-4D44-BB01-DB0B084933C8}" destId="{E1ECB3F7-5344-453E-AEA2-CAA73EB0DABA}" srcOrd="0" destOrd="0" presId="urn:microsoft.com/office/officeart/2005/8/layout/hierarchy3"/>
    <dgm:cxn modelId="{5E17FD91-DC93-43BC-86A8-42B552B3DDBB}" type="presOf" srcId="{96E48E8C-6815-486B-913A-46E906683CA5}" destId="{8D5A5B3D-5CEF-46E0-9827-67186F8112C2}" srcOrd="0" destOrd="0" presId="urn:microsoft.com/office/officeart/2005/8/layout/hierarchy3"/>
    <dgm:cxn modelId="{85964C1D-A15A-48B1-84B7-EC65FB9D2672}" type="presOf" srcId="{B5FA6CF0-E0A0-46A0-93C9-B722B31A8A9C}" destId="{80757C65-B623-457B-BD42-01209E6139BD}" srcOrd="0" destOrd="0" presId="urn:microsoft.com/office/officeart/2005/8/layout/hierarchy3"/>
    <dgm:cxn modelId="{D7A90ADF-CD0C-4FDC-A0EC-BD4109DD291A}" type="presOf" srcId="{83BE74EF-FAB4-45A2-BBED-7CD5259AB210}" destId="{01B46424-51BE-46E7-8507-830F5370350D}" srcOrd="0" destOrd="0" presId="urn:microsoft.com/office/officeart/2005/8/layout/hierarchy3"/>
    <dgm:cxn modelId="{AB1CCF63-878E-4765-8B9B-2CF1D0440105}" type="presOf" srcId="{477D14C5-CED9-4CFC-B338-DFB0C8090B9F}" destId="{B62D9734-DA9E-46AA-A75B-F6A8EBEB531F}" srcOrd="1" destOrd="0" presId="urn:microsoft.com/office/officeart/2005/8/layout/hierarchy3"/>
    <dgm:cxn modelId="{ACDE11C6-DB04-4AE9-A422-032F328B535B}" type="presOf" srcId="{D6510970-8F9C-4B45-A0F3-6ACB9AA76D40}" destId="{163E0E09-3766-4BC9-A140-3A06FBBD769A}" srcOrd="0" destOrd="0" presId="urn:microsoft.com/office/officeart/2005/8/layout/hierarchy3"/>
    <dgm:cxn modelId="{92DB744C-B5D5-4A0D-85AB-63CEB3C581BE}" type="presOf" srcId="{3C67E77D-62FA-499D-B5E6-E79A091C5267}" destId="{B53087BD-B014-4C09-8359-ABD9D1B2C2A7}" srcOrd="0" destOrd="0" presId="urn:microsoft.com/office/officeart/2005/8/layout/hierarchy3"/>
    <dgm:cxn modelId="{1A0E4B9C-CBB3-43B3-ADA2-D807C76AC857}" type="presOf" srcId="{3C67E77D-62FA-499D-B5E6-E79A091C5267}" destId="{711A2D00-C5A0-4F13-B629-FD1B6B280C44}" srcOrd="1" destOrd="0" presId="urn:microsoft.com/office/officeart/2005/8/layout/hierarchy3"/>
    <dgm:cxn modelId="{52554D45-D369-47D0-9A69-8D83F42E756F}" srcId="{3C67E77D-62FA-499D-B5E6-E79A091C5267}" destId="{944DDEEE-85BF-40A7-8E7C-D9F7A88BCBF5}" srcOrd="2" destOrd="0" parTransId="{96E48E8C-6815-486B-913A-46E906683CA5}" sibTransId="{1900C70F-712D-42B9-9131-8AFF6E443C7B}"/>
    <dgm:cxn modelId="{B6F3AF30-591A-45A3-AECA-7C0314427A00}" type="presOf" srcId="{C111C18A-FD96-4E63-821A-54D70D8DC65F}" destId="{AB7F83CD-CC33-41D3-A8B3-A64B9D8F17C5}" srcOrd="0" destOrd="0" presId="urn:microsoft.com/office/officeart/2005/8/layout/hierarchy3"/>
    <dgm:cxn modelId="{26093A72-5CF5-476C-9DAD-EA6AD427D751}" type="presOf" srcId="{33EAD35F-38F2-4CB7-9A6D-B04FFD8A51FD}" destId="{8794BCF4-37F3-44F5-BD23-174D99D50D66}" srcOrd="0" destOrd="0" presId="urn:microsoft.com/office/officeart/2005/8/layout/hierarchy3"/>
    <dgm:cxn modelId="{274F2999-1756-4183-A620-63BBE785DC57}" type="presOf" srcId="{709ED9DC-E391-4C6C-B788-93F1C2EFB6FD}" destId="{EE053E75-C9AA-4CFB-9260-9576E0676FAB}" srcOrd="0" destOrd="0" presId="urn:microsoft.com/office/officeart/2005/8/layout/hierarchy3"/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78E3C3B3-FD19-41A6-A9CC-BB3375A6FF81}" srcId="{3C67E77D-62FA-499D-B5E6-E79A091C5267}" destId="{709ED9DC-E391-4C6C-B788-93F1C2EFB6FD}" srcOrd="1" destOrd="0" parTransId="{B5FA6CF0-E0A0-46A0-93C9-B722B31A8A9C}" sibTransId="{F3C03C29-D7FF-4D61-8D75-8B75B2F589EC}"/>
    <dgm:cxn modelId="{27B842DB-205E-4BF1-8142-CBDA5BF10ACC}" type="presOf" srcId="{944DDEEE-85BF-40A7-8E7C-D9F7A88BCBF5}" destId="{262B9C36-207C-4843-8D1F-3D8BDFBA0BFC}" srcOrd="0" destOrd="0" presId="urn:microsoft.com/office/officeart/2005/8/layout/hierarchy3"/>
    <dgm:cxn modelId="{FFD8B471-C98F-4DB5-8DE3-2AB7E896ADD5}" srcId="{477D14C5-CED9-4CFC-B338-DFB0C8090B9F}" destId="{C111C18A-FD96-4E63-821A-54D70D8DC65F}" srcOrd="0" destOrd="0" parTransId="{83BE74EF-FAB4-45A2-BBED-7CD5259AB210}" sibTransId="{B4F34DE2-2DAE-4F88-8C78-BD8892EBF4FF}"/>
    <dgm:cxn modelId="{BE191657-CD09-4BEE-B7FD-43F9E605C71D}" type="presOf" srcId="{81FE7DB1-4BFC-4407-80A9-E5514E94C61D}" destId="{A13D2311-7E4F-467B-B75E-03829038DDB3}" srcOrd="0" destOrd="0" presId="urn:microsoft.com/office/officeart/2005/8/layout/hierarchy3"/>
    <dgm:cxn modelId="{B7D4B8EE-2F41-4503-ACC4-3D893D6F968F}" type="presParOf" srcId="{E1ECB3F7-5344-453E-AEA2-CAA73EB0DABA}" destId="{9FE87B32-31C8-4CDD-B08E-24E52DE4CE78}" srcOrd="0" destOrd="0" presId="urn:microsoft.com/office/officeart/2005/8/layout/hierarchy3"/>
    <dgm:cxn modelId="{8AFABB73-0F8F-46E7-807B-43A99E8736FD}" type="presParOf" srcId="{9FE87B32-31C8-4CDD-B08E-24E52DE4CE78}" destId="{695DCA82-6066-40ED-A15A-6FDE682D723D}" srcOrd="0" destOrd="0" presId="urn:microsoft.com/office/officeart/2005/8/layout/hierarchy3"/>
    <dgm:cxn modelId="{DDEA8AD7-B2DF-4F7F-9E40-641400E57E2F}" type="presParOf" srcId="{695DCA82-6066-40ED-A15A-6FDE682D723D}" destId="{B9700976-E85B-495D-B103-872B61698E32}" srcOrd="0" destOrd="0" presId="urn:microsoft.com/office/officeart/2005/8/layout/hierarchy3"/>
    <dgm:cxn modelId="{0F068A46-40BA-4986-BD7A-D94E3555D3FB}" type="presParOf" srcId="{695DCA82-6066-40ED-A15A-6FDE682D723D}" destId="{B62D9734-DA9E-46AA-A75B-F6A8EBEB531F}" srcOrd="1" destOrd="0" presId="urn:microsoft.com/office/officeart/2005/8/layout/hierarchy3"/>
    <dgm:cxn modelId="{C8E7ED7E-1B70-40D5-BD85-BD75A5E11505}" type="presParOf" srcId="{9FE87B32-31C8-4CDD-B08E-24E52DE4CE78}" destId="{36838E61-FB53-46D8-BAE4-E8663A272959}" srcOrd="1" destOrd="0" presId="urn:microsoft.com/office/officeart/2005/8/layout/hierarchy3"/>
    <dgm:cxn modelId="{9AFB2A67-65B6-44D1-B727-2F3592A620B5}" type="presParOf" srcId="{36838E61-FB53-46D8-BAE4-E8663A272959}" destId="{01B46424-51BE-46E7-8507-830F5370350D}" srcOrd="0" destOrd="0" presId="urn:microsoft.com/office/officeart/2005/8/layout/hierarchy3"/>
    <dgm:cxn modelId="{218607AE-AC50-4004-8089-D3ADA7D38554}" type="presParOf" srcId="{36838E61-FB53-46D8-BAE4-E8663A272959}" destId="{AB7F83CD-CC33-41D3-A8B3-A64B9D8F17C5}" srcOrd="1" destOrd="0" presId="urn:microsoft.com/office/officeart/2005/8/layout/hierarchy3"/>
    <dgm:cxn modelId="{3D94DF2F-DD99-4E00-A35B-C192A75A3268}" type="presParOf" srcId="{36838E61-FB53-46D8-BAE4-E8663A272959}" destId="{A13D2311-7E4F-467B-B75E-03829038DDB3}" srcOrd="2" destOrd="0" presId="urn:microsoft.com/office/officeart/2005/8/layout/hierarchy3"/>
    <dgm:cxn modelId="{C41F9840-3544-456F-878F-AF1E9B24F4DC}" type="presParOf" srcId="{36838E61-FB53-46D8-BAE4-E8663A272959}" destId="{8794BCF4-37F3-44F5-BD23-174D99D50D66}" srcOrd="3" destOrd="0" presId="urn:microsoft.com/office/officeart/2005/8/layout/hierarchy3"/>
    <dgm:cxn modelId="{DAD031A2-E762-4383-88F9-74D539EE823A}" type="presParOf" srcId="{E1ECB3F7-5344-453E-AEA2-CAA73EB0DABA}" destId="{35392C3E-5634-4F0B-84FD-38AC8E2176CC}" srcOrd="1" destOrd="0" presId="urn:microsoft.com/office/officeart/2005/8/layout/hierarchy3"/>
    <dgm:cxn modelId="{6ED26A32-CFFA-4FF9-9BDE-2BE8BD7DB4FE}" type="presParOf" srcId="{35392C3E-5634-4F0B-84FD-38AC8E2176CC}" destId="{C2840127-AC1F-4D2F-9F6B-E3BB001D4AF1}" srcOrd="0" destOrd="0" presId="urn:microsoft.com/office/officeart/2005/8/layout/hierarchy3"/>
    <dgm:cxn modelId="{132F75FF-8287-407E-8E56-09DC05B9E73D}" type="presParOf" srcId="{C2840127-AC1F-4D2F-9F6B-E3BB001D4AF1}" destId="{B53087BD-B014-4C09-8359-ABD9D1B2C2A7}" srcOrd="0" destOrd="0" presId="urn:microsoft.com/office/officeart/2005/8/layout/hierarchy3"/>
    <dgm:cxn modelId="{4586B863-BD38-47F4-B267-9753F7056CC0}" type="presParOf" srcId="{C2840127-AC1F-4D2F-9F6B-E3BB001D4AF1}" destId="{711A2D00-C5A0-4F13-B629-FD1B6B280C44}" srcOrd="1" destOrd="0" presId="urn:microsoft.com/office/officeart/2005/8/layout/hierarchy3"/>
    <dgm:cxn modelId="{28B89170-C5EF-409C-80C2-DF816FC26632}" type="presParOf" srcId="{35392C3E-5634-4F0B-84FD-38AC8E2176CC}" destId="{AD0152DF-B099-4C31-9F29-68B51FE64AD1}" srcOrd="1" destOrd="0" presId="urn:microsoft.com/office/officeart/2005/8/layout/hierarchy3"/>
    <dgm:cxn modelId="{0F71A2E1-1CB7-48F1-9C1A-A5110E6E9EC2}" type="presParOf" srcId="{AD0152DF-B099-4C31-9F29-68B51FE64AD1}" destId="{369F92C9-0DAE-4800-AB3A-DD84D3F53EA0}" srcOrd="0" destOrd="0" presId="urn:microsoft.com/office/officeart/2005/8/layout/hierarchy3"/>
    <dgm:cxn modelId="{E15B30B8-DB09-4CDE-976B-4763AD7F75E6}" type="presParOf" srcId="{AD0152DF-B099-4C31-9F29-68B51FE64AD1}" destId="{163E0E09-3766-4BC9-A140-3A06FBBD769A}" srcOrd="1" destOrd="0" presId="urn:microsoft.com/office/officeart/2005/8/layout/hierarchy3"/>
    <dgm:cxn modelId="{5D7E5AE7-497F-421C-9FB7-15F479531B6C}" type="presParOf" srcId="{AD0152DF-B099-4C31-9F29-68B51FE64AD1}" destId="{80757C65-B623-457B-BD42-01209E6139BD}" srcOrd="2" destOrd="0" presId="urn:microsoft.com/office/officeart/2005/8/layout/hierarchy3"/>
    <dgm:cxn modelId="{BED15003-C89B-419A-AC67-6A241E8B83AC}" type="presParOf" srcId="{AD0152DF-B099-4C31-9F29-68B51FE64AD1}" destId="{EE053E75-C9AA-4CFB-9260-9576E0676FAB}" srcOrd="3" destOrd="0" presId="urn:microsoft.com/office/officeart/2005/8/layout/hierarchy3"/>
    <dgm:cxn modelId="{65CF61DF-DBC0-4473-A310-1085ACE259CF}" type="presParOf" srcId="{AD0152DF-B099-4C31-9F29-68B51FE64AD1}" destId="{8D5A5B3D-5CEF-46E0-9827-67186F8112C2}" srcOrd="4" destOrd="0" presId="urn:microsoft.com/office/officeart/2005/8/layout/hierarchy3"/>
    <dgm:cxn modelId="{4AE519EC-4BC0-4C7E-B785-933DAA2A178D}" type="presParOf" srcId="{AD0152DF-B099-4C31-9F29-68B51FE64AD1}" destId="{262B9C36-207C-4843-8D1F-3D8BDFBA0BFC}" srcOrd="5" destOrd="0" presId="urn:microsoft.com/office/officeart/2005/8/layout/hierarchy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00976-E85B-495D-B103-872B61698E32}">
      <dsp:nvSpPr>
        <dsp:cNvPr id="0" name=""/>
        <dsp:cNvSpPr/>
      </dsp:nvSpPr>
      <dsp:spPr>
        <a:xfrm>
          <a:off x="189904" y="1488"/>
          <a:ext cx="1795462" cy="897731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Group A</a:t>
          </a:r>
        </a:p>
      </dsp:txBody>
      <dsp:txXfrm>
        <a:off x="216198" y="27782"/>
        <a:ext cx="1742874" cy="845143"/>
      </dsp:txXfrm>
    </dsp:sp>
    <dsp:sp modelId="{01B46424-51BE-46E7-8507-830F5370350D}">
      <dsp:nvSpPr>
        <dsp:cNvPr id="0" name=""/>
        <dsp:cNvSpPr/>
      </dsp:nvSpPr>
      <dsp:spPr>
        <a:xfrm>
          <a:off x="369450" y="899219"/>
          <a:ext cx="179546" cy="673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3298"/>
              </a:lnTo>
              <a:lnTo>
                <a:pt x="179546" y="67329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F83CD-CC33-41D3-A8B3-A64B9D8F17C5}">
      <dsp:nvSpPr>
        <dsp:cNvPr id="0" name=""/>
        <dsp:cNvSpPr/>
      </dsp:nvSpPr>
      <dsp:spPr>
        <a:xfrm>
          <a:off x="548997" y="1123652"/>
          <a:ext cx="1436370" cy="897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/>
            <a:t>Task 1</a:t>
          </a:r>
        </a:p>
      </dsp:txBody>
      <dsp:txXfrm>
        <a:off x="575291" y="1149946"/>
        <a:ext cx="1383782" cy="845143"/>
      </dsp:txXfrm>
    </dsp:sp>
    <dsp:sp modelId="{A13D2311-7E4F-467B-B75E-03829038DDB3}">
      <dsp:nvSpPr>
        <dsp:cNvPr id="0" name=""/>
        <dsp:cNvSpPr/>
      </dsp:nvSpPr>
      <dsp:spPr>
        <a:xfrm>
          <a:off x="369450" y="899219"/>
          <a:ext cx="179546" cy="1795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462"/>
              </a:lnTo>
              <a:lnTo>
                <a:pt x="179546" y="179546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4BCF4-37F3-44F5-BD23-174D99D50D66}">
      <dsp:nvSpPr>
        <dsp:cNvPr id="0" name=""/>
        <dsp:cNvSpPr/>
      </dsp:nvSpPr>
      <dsp:spPr>
        <a:xfrm>
          <a:off x="548997" y="2245816"/>
          <a:ext cx="1436370" cy="897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/>
            <a:t>Task 2</a:t>
          </a:r>
        </a:p>
      </dsp:txBody>
      <dsp:txXfrm>
        <a:off x="575291" y="2272110"/>
        <a:ext cx="1383782" cy="845143"/>
      </dsp:txXfrm>
    </dsp:sp>
    <dsp:sp modelId="{B53087BD-B014-4C09-8359-ABD9D1B2C2A7}">
      <dsp:nvSpPr>
        <dsp:cNvPr id="0" name=""/>
        <dsp:cNvSpPr/>
      </dsp:nvSpPr>
      <dsp:spPr>
        <a:xfrm>
          <a:off x="2434232" y="1488"/>
          <a:ext cx="1795462" cy="897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Group B</a:t>
          </a:r>
        </a:p>
      </dsp:txBody>
      <dsp:txXfrm>
        <a:off x="2460526" y="27782"/>
        <a:ext cx="1742874" cy="845143"/>
      </dsp:txXfrm>
    </dsp:sp>
    <dsp:sp modelId="{369F92C9-0DAE-4800-AB3A-DD84D3F53EA0}">
      <dsp:nvSpPr>
        <dsp:cNvPr id="0" name=""/>
        <dsp:cNvSpPr/>
      </dsp:nvSpPr>
      <dsp:spPr>
        <a:xfrm>
          <a:off x="2613779" y="899219"/>
          <a:ext cx="179546" cy="673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3298"/>
              </a:lnTo>
              <a:lnTo>
                <a:pt x="179546" y="67329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3E0E09-3766-4BC9-A140-3A06FBBD769A}">
      <dsp:nvSpPr>
        <dsp:cNvPr id="0" name=""/>
        <dsp:cNvSpPr/>
      </dsp:nvSpPr>
      <dsp:spPr>
        <a:xfrm>
          <a:off x="2793325" y="1123652"/>
          <a:ext cx="1436370" cy="897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/>
            <a:t>Task 1</a:t>
          </a:r>
        </a:p>
      </dsp:txBody>
      <dsp:txXfrm>
        <a:off x="2819619" y="1149946"/>
        <a:ext cx="1383782" cy="845143"/>
      </dsp:txXfrm>
    </dsp:sp>
    <dsp:sp modelId="{80757C65-B623-457B-BD42-01209E6139BD}">
      <dsp:nvSpPr>
        <dsp:cNvPr id="0" name=""/>
        <dsp:cNvSpPr/>
      </dsp:nvSpPr>
      <dsp:spPr>
        <a:xfrm>
          <a:off x="2613779" y="899219"/>
          <a:ext cx="179546" cy="1795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462"/>
              </a:lnTo>
              <a:lnTo>
                <a:pt x="179546" y="179546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053E75-C9AA-4CFB-9260-9576E0676FAB}">
      <dsp:nvSpPr>
        <dsp:cNvPr id="0" name=""/>
        <dsp:cNvSpPr/>
      </dsp:nvSpPr>
      <dsp:spPr>
        <a:xfrm>
          <a:off x="2793325" y="2245816"/>
          <a:ext cx="1436370" cy="897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/>
            <a:t>Task 2</a:t>
          </a:r>
        </a:p>
      </dsp:txBody>
      <dsp:txXfrm>
        <a:off x="2819619" y="2272110"/>
        <a:ext cx="1383782" cy="845143"/>
      </dsp:txXfrm>
    </dsp:sp>
    <dsp:sp modelId="{8D5A5B3D-5CEF-46E0-9827-67186F8112C2}">
      <dsp:nvSpPr>
        <dsp:cNvPr id="0" name=""/>
        <dsp:cNvSpPr/>
      </dsp:nvSpPr>
      <dsp:spPr>
        <a:xfrm>
          <a:off x="2613779" y="899219"/>
          <a:ext cx="179546" cy="2917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7626"/>
              </a:lnTo>
              <a:lnTo>
                <a:pt x="179546" y="291762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2B9C36-207C-4843-8D1F-3D8BDFBA0BFC}">
      <dsp:nvSpPr>
        <dsp:cNvPr id="0" name=""/>
        <dsp:cNvSpPr/>
      </dsp:nvSpPr>
      <dsp:spPr>
        <a:xfrm>
          <a:off x="2793325" y="3367980"/>
          <a:ext cx="1436370" cy="897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/>
            <a:t>Task 3</a:t>
          </a:r>
        </a:p>
      </dsp:txBody>
      <dsp:txXfrm>
        <a:off x="2819619" y="3394274"/>
        <a:ext cx="1383782" cy="845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5"/>
          <p:cNvSpPr/>
          <p:nvPr/>
        </p:nvSpPr>
        <p:spPr>
          <a:xfrm>
            <a:off x="-1607" y="-1115"/>
            <a:ext cx="12190403" cy="6863692"/>
          </a:xfrm>
          <a:custGeom>
            <a:avLst/>
            <a:gdLst/>
            <a:ahLst/>
            <a:cxnLst/>
            <a:rect l="l" t="t" r="r" b="b"/>
            <a:pathLst>
              <a:path w="9145184" h="5147769">
                <a:moveTo>
                  <a:pt x="4573206" y="2611793"/>
                </a:moveTo>
                <a:lnTo>
                  <a:pt x="4673081" y="5144337"/>
                </a:lnTo>
                <a:lnTo>
                  <a:pt x="4473331" y="5144337"/>
                </a:lnTo>
                <a:close/>
                <a:moveTo>
                  <a:pt x="4571642" y="2577669"/>
                </a:moveTo>
                <a:lnTo>
                  <a:pt x="4568842" y="2582993"/>
                </a:lnTo>
                <a:lnTo>
                  <a:pt x="4572592" y="2595063"/>
                </a:lnTo>
                <a:lnTo>
                  <a:pt x="4576342" y="2582993"/>
                </a:lnTo>
                <a:lnTo>
                  <a:pt x="4573542" y="2577669"/>
                </a:lnTo>
                <a:lnTo>
                  <a:pt x="4576527" y="2582398"/>
                </a:lnTo>
                <a:lnTo>
                  <a:pt x="4577948" y="2577822"/>
                </a:lnTo>
                <a:lnTo>
                  <a:pt x="4576812" y="2582849"/>
                </a:lnTo>
                <a:lnTo>
                  <a:pt x="6195680" y="5147769"/>
                </a:lnTo>
                <a:lnTo>
                  <a:pt x="5925258" y="5147769"/>
                </a:lnTo>
                <a:lnTo>
                  <a:pt x="4576648" y="2583574"/>
                </a:lnTo>
                <a:lnTo>
                  <a:pt x="4573436" y="2597778"/>
                </a:lnTo>
                <a:lnTo>
                  <a:pt x="5365626" y="5147732"/>
                </a:lnTo>
                <a:lnTo>
                  <a:pt x="5148352" y="5147731"/>
                </a:lnTo>
                <a:lnTo>
                  <a:pt x="4572592" y="2601509"/>
                </a:lnTo>
                <a:lnTo>
                  <a:pt x="3996832" y="5147731"/>
                </a:lnTo>
                <a:lnTo>
                  <a:pt x="3779558" y="5147732"/>
                </a:lnTo>
                <a:lnTo>
                  <a:pt x="4571749" y="2597778"/>
                </a:lnTo>
                <a:lnTo>
                  <a:pt x="4568537" y="2583574"/>
                </a:lnTo>
                <a:lnTo>
                  <a:pt x="3219926" y="5147769"/>
                </a:lnTo>
                <a:lnTo>
                  <a:pt x="2949504" y="5147769"/>
                </a:lnTo>
                <a:lnTo>
                  <a:pt x="4568373" y="2582849"/>
                </a:lnTo>
                <a:lnTo>
                  <a:pt x="4567236" y="2577822"/>
                </a:lnTo>
                <a:lnTo>
                  <a:pt x="4568658" y="2582398"/>
                </a:lnTo>
                <a:close/>
                <a:moveTo>
                  <a:pt x="4575557" y="2575085"/>
                </a:moveTo>
                <a:lnTo>
                  <a:pt x="7359080" y="5147393"/>
                </a:lnTo>
                <a:lnTo>
                  <a:pt x="6952676" y="5147393"/>
                </a:lnTo>
                <a:close/>
                <a:moveTo>
                  <a:pt x="4569627" y="2575085"/>
                </a:moveTo>
                <a:lnTo>
                  <a:pt x="2192508" y="5147393"/>
                </a:lnTo>
                <a:lnTo>
                  <a:pt x="1786104" y="5147393"/>
                </a:lnTo>
                <a:close/>
                <a:moveTo>
                  <a:pt x="4575024" y="2574459"/>
                </a:moveTo>
                <a:lnTo>
                  <a:pt x="4578940" y="2575344"/>
                </a:lnTo>
                <a:lnTo>
                  <a:pt x="4578048" y="2574781"/>
                </a:lnTo>
                <a:lnTo>
                  <a:pt x="4579253" y="2575415"/>
                </a:lnTo>
                <a:lnTo>
                  <a:pt x="9145184" y="3607878"/>
                </a:lnTo>
                <a:lnTo>
                  <a:pt x="9145184" y="3994264"/>
                </a:lnTo>
                <a:lnTo>
                  <a:pt x="4580914" y="2576289"/>
                </a:lnTo>
                <a:lnTo>
                  <a:pt x="9144554" y="4976484"/>
                </a:lnTo>
                <a:lnTo>
                  <a:pt x="9144554" y="5147483"/>
                </a:lnTo>
                <a:lnTo>
                  <a:pt x="8654212" y="5147483"/>
                </a:lnTo>
                <a:lnTo>
                  <a:pt x="4579973" y="2575996"/>
                </a:lnTo>
                <a:close/>
                <a:moveTo>
                  <a:pt x="4570160" y="2574459"/>
                </a:moveTo>
                <a:lnTo>
                  <a:pt x="4565211" y="2575996"/>
                </a:lnTo>
                <a:lnTo>
                  <a:pt x="490972" y="5147483"/>
                </a:lnTo>
                <a:lnTo>
                  <a:pt x="629" y="5147483"/>
                </a:lnTo>
                <a:lnTo>
                  <a:pt x="630" y="4976484"/>
                </a:lnTo>
                <a:lnTo>
                  <a:pt x="4564270" y="2576289"/>
                </a:lnTo>
                <a:lnTo>
                  <a:pt x="0" y="3994264"/>
                </a:lnTo>
                <a:lnTo>
                  <a:pt x="0" y="3607878"/>
                </a:lnTo>
                <a:lnTo>
                  <a:pt x="4565931" y="2575415"/>
                </a:lnTo>
                <a:lnTo>
                  <a:pt x="4567137" y="2574781"/>
                </a:lnTo>
                <a:lnTo>
                  <a:pt x="4566244" y="2575344"/>
                </a:lnTo>
                <a:close/>
                <a:moveTo>
                  <a:pt x="630" y="286"/>
                </a:moveTo>
                <a:lnTo>
                  <a:pt x="490972" y="286"/>
                </a:lnTo>
                <a:lnTo>
                  <a:pt x="4565212" y="2571773"/>
                </a:lnTo>
                <a:lnTo>
                  <a:pt x="4567326" y="2572430"/>
                </a:lnTo>
                <a:lnTo>
                  <a:pt x="4569443" y="2572513"/>
                </a:lnTo>
                <a:lnTo>
                  <a:pt x="1786104" y="376"/>
                </a:lnTo>
                <a:lnTo>
                  <a:pt x="2192508" y="376"/>
                </a:lnTo>
                <a:lnTo>
                  <a:pt x="4569471" y="2572514"/>
                </a:lnTo>
                <a:lnTo>
                  <a:pt x="4571301" y="2572587"/>
                </a:lnTo>
                <a:lnTo>
                  <a:pt x="4569599" y="2572654"/>
                </a:lnTo>
                <a:lnTo>
                  <a:pt x="4569627" y="2572684"/>
                </a:lnTo>
                <a:lnTo>
                  <a:pt x="4569595" y="2572654"/>
                </a:lnTo>
                <a:lnTo>
                  <a:pt x="4568222" y="2572708"/>
                </a:lnTo>
                <a:lnTo>
                  <a:pt x="4570160" y="2573310"/>
                </a:lnTo>
                <a:lnTo>
                  <a:pt x="4567604" y="2572732"/>
                </a:lnTo>
                <a:lnTo>
                  <a:pt x="4566783" y="2572765"/>
                </a:lnTo>
                <a:lnTo>
                  <a:pt x="4567137" y="2572988"/>
                </a:lnTo>
                <a:lnTo>
                  <a:pt x="4566717" y="2572767"/>
                </a:lnTo>
                <a:lnTo>
                  <a:pt x="1205" y="2752816"/>
                </a:lnTo>
                <a:lnTo>
                  <a:pt x="1205" y="2392358"/>
                </a:lnTo>
                <a:lnTo>
                  <a:pt x="4565974" y="2572377"/>
                </a:lnTo>
                <a:lnTo>
                  <a:pt x="4565931" y="2572354"/>
                </a:lnTo>
                <a:lnTo>
                  <a:pt x="0" y="1539891"/>
                </a:lnTo>
                <a:lnTo>
                  <a:pt x="0" y="1153505"/>
                </a:lnTo>
                <a:lnTo>
                  <a:pt x="4564271" y="2571481"/>
                </a:lnTo>
                <a:lnTo>
                  <a:pt x="630" y="171286"/>
                </a:lnTo>
                <a:close/>
                <a:moveTo>
                  <a:pt x="9144554" y="286"/>
                </a:moveTo>
                <a:lnTo>
                  <a:pt x="9144554" y="171286"/>
                </a:lnTo>
                <a:lnTo>
                  <a:pt x="4580915" y="2571480"/>
                </a:lnTo>
                <a:lnTo>
                  <a:pt x="9145184" y="1153505"/>
                </a:lnTo>
                <a:lnTo>
                  <a:pt x="9145184" y="1539891"/>
                </a:lnTo>
                <a:lnTo>
                  <a:pt x="4579254" y="2572354"/>
                </a:lnTo>
                <a:lnTo>
                  <a:pt x="4579211" y="2572377"/>
                </a:lnTo>
                <a:lnTo>
                  <a:pt x="9143978" y="2392358"/>
                </a:lnTo>
                <a:lnTo>
                  <a:pt x="9143979" y="2752816"/>
                </a:lnTo>
                <a:lnTo>
                  <a:pt x="4578467" y="2572767"/>
                </a:lnTo>
                <a:lnTo>
                  <a:pt x="4578048" y="2572988"/>
                </a:lnTo>
                <a:lnTo>
                  <a:pt x="4578402" y="2572765"/>
                </a:lnTo>
                <a:lnTo>
                  <a:pt x="4577580" y="2572732"/>
                </a:lnTo>
                <a:lnTo>
                  <a:pt x="4575024" y="2573310"/>
                </a:lnTo>
                <a:lnTo>
                  <a:pt x="4576963" y="2572708"/>
                </a:lnTo>
                <a:lnTo>
                  <a:pt x="4575590" y="2572654"/>
                </a:lnTo>
                <a:lnTo>
                  <a:pt x="4575557" y="2572684"/>
                </a:lnTo>
                <a:lnTo>
                  <a:pt x="4575585" y="2572654"/>
                </a:lnTo>
                <a:lnTo>
                  <a:pt x="4573884" y="2572587"/>
                </a:lnTo>
                <a:lnTo>
                  <a:pt x="4575714" y="2572515"/>
                </a:lnTo>
                <a:lnTo>
                  <a:pt x="6952676" y="376"/>
                </a:lnTo>
                <a:lnTo>
                  <a:pt x="7359080" y="376"/>
                </a:lnTo>
                <a:lnTo>
                  <a:pt x="4575742" y="2572513"/>
                </a:lnTo>
                <a:lnTo>
                  <a:pt x="4577858" y="2572430"/>
                </a:lnTo>
                <a:lnTo>
                  <a:pt x="4579973" y="2571773"/>
                </a:lnTo>
                <a:lnTo>
                  <a:pt x="8654212" y="286"/>
                </a:lnTo>
                <a:close/>
                <a:moveTo>
                  <a:pt x="3219926" y="0"/>
                </a:moveTo>
                <a:lnTo>
                  <a:pt x="4568537" y="2564195"/>
                </a:lnTo>
                <a:lnTo>
                  <a:pt x="4571749" y="2549991"/>
                </a:lnTo>
                <a:lnTo>
                  <a:pt x="3779558" y="38"/>
                </a:lnTo>
                <a:lnTo>
                  <a:pt x="3996832" y="38"/>
                </a:lnTo>
                <a:lnTo>
                  <a:pt x="4572260" y="2544793"/>
                </a:lnTo>
                <a:lnTo>
                  <a:pt x="4471935" y="837"/>
                </a:lnTo>
                <a:lnTo>
                  <a:pt x="4674477" y="837"/>
                </a:lnTo>
                <a:lnTo>
                  <a:pt x="4574412" y="2538215"/>
                </a:lnTo>
                <a:lnTo>
                  <a:pt x="5148352" y="38"/>
                </a:lnTo>
                <a:lnTo>
                  <a:pt x="5365626" y="38"/>
                </a:lnTo>
                <a:lnTo>
                  <a:pt x="4574021" y="2548106"/>
                </a:lnTo>
                <a:lnTo>
                  <a:pt x="4573871" y="2551916"/>
                </a:lnTo>
                <a:lnTo>
                  <a:pt x="4576648" y="2564195"/>
                </a:lnTo>
                <a:lnTo>
                  <a:pt x="5925258" y="0"/>
                </a:lnTo>
                <a:lnTo>
                  <a:pt x="6195680" y="0"/>
                </a:lnTo>
                <a:lnTo>
                  <a:pt x="4576812" y="2564920"/>
                </a:lnTo>
                <a:lnTo>
                  <a:pt x="4577948" y="2569947"/>
                </a:lnTo>
                <a:lnTo>
                  <a:pt x="4576527" y="2565371"/>
                </a:lnTo>
                <a:lnTo>
                  <a:pt x="4573542" y="2570100"/>
                </a:lnTo>
                <a:lnTo>
                  <a:pt x="4576342" y="2564777"/>
                </a:lnTo>
                <a:lnTo>
                  <a:pt x="4573699" y="2556271"/>
                </a:lnTo>
                <a:lnTo>
                  <a:pt x="4573206" y="2568777"/>
                </a:lnTo>
                <a:lnTo>
                  <a:pt x="4572575" y="2552763"/>
                </a:lnTo>
                <a:lnTo>
                  <a:pt x="4568842" y="2564777"/>
                </a:lnTo>
                <a:lnTo>
                  <a:pt x="4571642" y="2570100"/>
                </a:lnTo>
                <a:lnTo>
                  <a:pt x="4568658" y="2565371"/>
                </a:lnTo>
                <a:lnTo>
                  <a:pt x="4567236" y="2569947"/>
                </a:lnTo>
                <a:lnTo>
                  <a:pt x="4568373" y="2564920"/>
                </a:lnTo>
                <a:lnTo>
                  <a:pt x="2949504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100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 bwMode="hidden">
          <a:xfrm>
            <a:off x="0" y="1905001"/>
            <a:ext cx="12188825" cy="214825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>
              <a:lnSpc>
                <a:spcPct val="90000"/>
              </a:lnSpc>
            </a:pPr>
            <a:endParaRPr sz="320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8883" y="1905002"/>
            <a:ext cx="975106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8883" y="4140200"/>
            <a:ext cx="975106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5"/>
          <p:cNvSpPr/>
          <p:nvPr/>
        </p:nvSpPr>
        <p:spPr>
          <a:xfrm>
            <a:off x="-1607" y="-1115"/>
            <a:ext cx="12190403" cy="6863692"/>
          </a:xfrm>
          <a:custGeom>
            <a:avLst/>
            <a:gdLst/>
            <a:ahLst/>
            <a:cxnLst/>
            <a:rect l="l" t="t" r="r" b="b"/>
            <a:pathLst>
              <a:path w="9145184" h="5147769">
                <a:moveTo>
                  <a:pt x="4573206" y="2611793"/>
                </a:moveTo>
                <a:lnTo>
                  <a:pt x="4673081" y="5144337"/>
                </a:lnTo>
                <a:lnTo>
                  <a:pt x="4473331" y="5144337"/>
                </a:lnTo>
                <a:close/>
                <a:moveTo>
                  <a:pt x="4571642" y="2577669"/>
                </a:moveTo>
                <a:lnTo>
                  <a:pt x="4568842" y="2582993"/>
                </a:lnTo>
                <a:lnTo>
                  <a:pt x="4572592" y="2595063"/>
                </a:lnTo>
                <a:lnTo>
                  <a:pt x="4576342" y="2582993"/>
                </a:lnTo>
                <a:lnTo>
                  <a:pt x="4573542" y="2577669"/>
                </a:lnTo>
                <a:lnTo>
                  <a:pt x="4576527" y="2582398"/>
                </a:lnTo>
                <a:lnTo>
                  <a:pt x="4577948" y="2577822"/>
                </a:lnTo>
                <a:lnTo>
                  <a:pt x="4576812" y="2582849"/>
                </a:lnTo>
                <a:lnTo>
                  <a:pt x="6195680" y="5147769"/>
                </a:lnTo>
                <a:lnTo>
                  <a:pt x="5925258" y="5147769"/>
                </a:lnTo>
                <a:lnTo>
                  <a:pt x="4576648" y="2583574"/>
                </a:lnTo>
                <a:lnTo>
                  <a:pt x="4573436" y="2597778"/>
                </a:lnTo>
                <a:lnTo>
                  <a:pt x="5365626" y="5147732"/>
                </a:lnTo>
                <a:lnTo>
                  <a:pt x="5148352" y="5147731"/>
                </a:lnTo>
                <a:lnTo>
                  <a:pt x="4572592" y="2601509"/>
                </a:lnTo>
                <a:lnTo>
                  <a:pt x="3996832" y="5147731"/>
                </a:lnTo>
                <a:lnTo>
                  <a:pt x="3779558" y="5147732"/>
                </a:lnTo>
                <a:lnTo>
                  <a:pt x="4571749" y="2597778"/>
                </a:lnTo>
                <a:lnTo>
                  <a:pt x="4568537" y="2583574"/>
                </a:lnTo>
                <a:lnTo>
                  <a:pt x="3219926" y="5147769"/>
                </a:lnTo>
                <a:lnTo>
                  <a:pt x="2949504" y="5147769"/>
                </a:lnTo>
                <a:lnTo>
                  <a:pt x="4568373" y="2582849"/>
                </a:lnTo>
                <a:lnTo>
                  <a:pt x="4567236" y="2577822"/>
                </a:lnTo>
                <a:lnTo>
                  <a:pt x="4568658" y="2582398"/>
                </a:lnTo>
                <a:close/>
                <a:moveTo>
                  <a:pt x="4575557" y="2575085"/>
                </a:moveTo>
                <a:lnTo>
                  <a:pt x="7359080" y="5147393"/>
                </a:lnTo>
                <a:lnTo>
                  <a:pt x="6952676" y="5147393"/>
                </a:lnTo>
                <a:close/>
                <a:moveTo>
                  <a:pt x="4569627" y="2575085"/>
                </a:moveTo>
                <a:lnTo>
                  <a:pt x="2192508" y="5147393"/>
                </a:lnTo>
                <a:lnTo>
                  <a:pt x="1786104" y="5147393"/>
                </a:lnTo>
                <a:close/>
                <a:moveTo>
                  <a:pt x="4575024" y="2574459"/>
                </a:moveTo>
                <a:lnTo>
                  <a:pt x="4578940" y="2575344"/>
                </a:lnTo>
                <a:lnTo>
                  <a:pt x="4578048" y="2574781"/>
                </a:lnTo>
                <a:lnTo>
                  <a:pt x="4579253" y="2575415"/>
                </a:lnTo>
                <a:lnTo>
                  <a:pt x="9145184" y="3607878"/>
                </a:lnTo>
                <a:lnTo>
                  <a:pt x="9145184" y="3994264"/>
                </a:lnTo>
                <a:lnTo>
                  <a:pt x="4580914" y="2576289"/>
                </a:lnTo>
                <a:lnTo>
                  <a:pt x="9144554" y="4976484"/>
                </a:lnTo>
                <a:lnTo>
                  <a:pt x="9144554" y="5147483"/>
                </a:lnTo>
                <a:lnTo>
                  <a:pt x="8654212" y="5147483"/>
                </a:lnTo>
                <a:lnTo>
                  <a:pt x="4579973" y="2575996"/>
                </a:lnTo>
                <a:close/>
                <a:moveTo>
                  <a:pt x="4570160" y="2574459"/>
                </a:moveTo>
                <a:lnTo>
                  <a:pt x="4565211" y="2575996"/>
                </a:lnTo>
                <a:lnTo>
                  <a:pt x="490972" y="5147483"/>
                </a:lnTo>
                <a:lnTo>
                  <a:pt x="629" y="5147483"/>
                </a:lnTo>
                <a:lnTo>
                  <a:pt x="630" y="4976484"/>
                </a:lnTo>
                <a:lnTo>
                  <a:pt x="4564270" y="2576289"/>
                </a:lnTo>
                <a:lnTo>
                  <a:pt x="0" y="3994264"/>
                </a:lnTo>
                <a:lnTo>
                  <a:pt x="0" y="3607878"/>
                </a:lnTo>
                <a:lnTo>
                  <a:pt x="4565931" y="2575415"/>
                </a:lnTo>
                <a:lnTo>
                  <a:pt x="4567137" y="2574781"/>
                </a:lnTo>
                <a:lnTo>
                  <a:pt x="4566244" y="2575344"/>
                </a:lnTo>
                <a:close/>
                <a:moveTo>
                  <a:pt x="630" y="286"/>
                </a:moveTo>
                <a:lnTo>
                  <a:pt x="490972" y="286"/>
                </a:lnTo>
                <a:lnTo>
                  <a:pt x="4565212" y="2571773"/>
                </a:lnTo>
                <a:lnTo>
                  <a:pt x="4567326" y="2572430"/>
                </a:lnTo>
                <a:lnTo>
                  <a:pt x="4569443" y="2572513"/>
                </a:lnTo>
                <a:lnTo>
                  <a:pt x="1786104" y="376"/>
                </a:lnTo>
                <a:lnTo>
                  <a:pt x="2192508" y="376"/>
                </a:lnTo>
                <a:lnTo>
                  <a:pt x="4569471" y="2572514"/>
                </a:lnTo>
                <a:lnTo>
                  <a:pt x="4571301" y="2572587"/>
                </a:lnTo>
                <a:lnTo>
                  <a:pt x="4569599" y="2572654"/>
                </a:lnTo>
                <a:lnTo>
                  <a:pt x="4569627" y="2572684"/>
                </a:lnTo>
                <a:lnTo>
                  <a:pt x="4569595" y="2572654"/>
                </a:lnTo>
                <a:lnTo>
                  <a:pt x="4568222" y="2572708"/>
                </a:lnTo>
                <a:lnTo>
                  <a:pt x="4570160" y="2573310"/>
                </a:lnTo>
                <a:lnTo>
                  <a:pt x="4567604" y="2572732"/>
                </a:lnTo>
                <a:lnTo>
                  <a:pt x="4566783" y="2572765"/>
                </a:lnTo>
                <a:lnTo>
                  <a:pt x="4567137" y="2572988"/>
                </a:lnTo>
                <a:lnTo>
                  <a:pt x="4566717" y="2572767"/>
                </a:lnTo>
                <a:lnTo>
                  <a:pt x="1205" y="2752816"/>
                </a:lnTo>
                <a:lnTo>
                  <a:pt x="1205" y="2392358"/>
                </a:lnTo>
                <a:lnTo>
                  <a:pt x="4565974" y="2572377"/>
                </a:lnTo>
                <a:lnTo>
                  <a:pt x="4565931" y="2572354"/>
                </a:lnTo>
                <a:lnTo>
                  <a:pt x="0" y="1539891"/>
                </a:lnTo>
                <a:lnTo>
                  <a:pt x="0" y="1153505"/>
                </a:lnTo>
                <a:lnTo>
                  <a:pt x="4564271" y="2571481"/>
                </a:lnTo>
                <a:lnTo>
                  <a:pt x="630" y="171286"/>
                </a:lnTo>
                <a:close/>
                <a:moveTo>
                  <a:pt x="9144554" y="286"/>
                </a:moveTo>
                <a:lnTo>
                  <a:pt x="9144554" y="171286"/>
                </a:lnTo>
                <a:lnTo>
                  <a:pt x="4580915" y="2571480"/>
                </a:lnTo>
                <a:lnTo>
                  <a:pt x="9145184" y="1153505"/>
                </a:lnTo>
                <a:lnTo>
                  <a:pt x="9145184" y="1539891"/>
                </a:lnTo>
                <a:lnTo>
                  <a:pt x="4579254" y="2572354"/>
                </a:lnTo>
                <a:lnTo>
                  <a:pt x="4579211" y="2572377"/>
                </a:lnTo>
                <a:lnTo>
                  <a:pt x="9143978" y="2392358"/>
                </a:lnTo>
                <a:lnTo>
                  <a:pt x="9143979" y="2752816"/>
                </a:lnTo>
                <a:lnTo>
                  <a:pt x="4578467" y="2572767"/>
                </a:lnTo>
                <a:lnTo>
                  <a:pt x="4578048" y="2572988"/>
                </a:lnTo>
                <a:lnTo>
                  <a:pt x="4578402" y="2572765"/>
                </a:lnTo>
                <a:lnTo>
                  <a:pt x="4577580" y="2572732"/>
                </a:lnTo>
                <a:lnTo>
                  <a:pt x="4575024" y="2573310"/>
                </a:lnTo>
                <a:lnTo>
                  <a:pt x="4576963" y="2572708"/>
                </a:lnTo>
                <a:lnTo>
                  <a:pt x="4575590" y="2572654"/>
                </a:lnTo>
                <a:lnTo>
                  <a:pt x="4575557" y="2572684"/>
                </a:lnTo>
                <a:lnTo>
                  <a:pt x="4575585" y="2572654"/>
                </a:lnTo>
                <a:lnTo>
                  <a:pt x="4573884" y="2572587"/>
                </a:lnTo>
                <a:lnTo>
                  <a:pt x="4575714" y="2572515"/>
                </a:lnTo>
                <a:lnTo>
                  <a:pt x="6952676" y="376"/>
                </a:lnTo>
                <a:lnTo>
                  <a:pt x="7359080" y="376"/>
                </a:lnTo>
                <a:lnTo>
                  <a:pt x="4575742" y="2572513"/>
                </a:lnTo>
                <a:lnTo>
                  <a:pt x="4577858" y="2572430"/>
                </a:lnTo>
                <a:lnTo>
                  <a:pt x="4579973" y="2571773"/>
                </a:lnTo>
                <a:lnTo>
                  <a:pt x="8654212" y="286"/>
                </a:lnTo>
                <a:close/>
                <a:moveTo>
                  <a:pt x="3219926" y="0"/>
                </a:moveTo>
                <a:lnTo>
                  <a:pt x="4568537" y="2564195"/>
                </a:lnTo>
                <a:lnTo>
                  <a:pt x="4571749" y="2549991"/>
                </a:lnTo>
                <a:lnTo>
                  <a:pt x="3779558" y="38"/>
                </a:lnTo>
                <a:lnTo>
                  <a:pt x="3996832" y="38"/>
                </a:lnTo>
                <a:lnTo>
                  <a:pt x="4572260" y="2544793"/>
                </a:lnTo>
                <a:lnTo>
                  <a:pt x="4471935" y="837"/>
                </a:lnTo>
                <a:lnTo>
                  <a:pt x="4674477" y="837"/>
                </a:lnTo>
                <a:lnTo>
                  <a:pt x="4574412" y="2538215"/>
                </a:lnTo>
                <a:lnTo>
                  <a:pt x="5148352" y="38"/>
                </a:lnTo>
                <a:lnTo>
                  <a:pt x="5365626" y="38"/>
                </a:lnTo>
                <a:lnTo>
                  <a:pt x="4574021" y="2548106"/>
                </a:lnTo>
                <a:lnTo>
                  <a:pt x="4573871" y="2551916"/>
                </a:lnTo>
                <a:lnTo>
                  <a:pt x="4576648" y="2564195"/>
                </a:lnTo>
                <a:lnTo>
                  <a:pt x="5925258" y="0"/>
                </a:lnTo>
                <a:lnTo>
                  <a:pt x="6195680" y="0"/>
                </a:lnTo>
                <a:lnTo>
                  <a:pt x="4576812" y="2564920"/>
                </a:lnTo>
                <a:lnTo>
                  <a:pt x="4577948" y="2569947"/>
                </a:lnTo>
                <a:lnTo>
                  <a:pt x="4576527" y="2565371"/>
                </a:lnTo>
                <a:lnTo>
                  <a:pt x="4573542" y="2570100"/>
                </a:lnTo>
                <a:lnTo>
                  <a:pt x="4576342" y="2564777"/>
                </a:lnTo>
                <a:lnTo>
                  <a:pt x="4573699" y="2556271"/>
                </a:lnTo>
                <a:lnTo>
                  <a:pt x="4573206" y="2568777"/>
                </a:lnTo>
                <a:lnTo>
                  <a:pt x="4572575" y="2552763"/>
                </a:lnTo>
                <a:lnTo>
                  <a:pt x="4568842" y="2564777"/>
                </a:lnTo>
                <a:lnTo>
                  <a:pt x="4571642" y="2570100"/>
                </a:lnTo>
                <a:lnTo>
                  <a:pt x="4568658" y="2565371"/>
                </a:lnTo>
                <a:lnTo>
                  <a:pt x="4567236" y="2569947"/>
                </a:lnTo>
                <a:lnTo>
                  <a:pt x="4568373" y="2564920"/>
                </a:lnTo>
                <a:lnTo>
                  <a:pt x="2949504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100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0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0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5"/>
          <p:cNvSpPr/>
          <p:nvPr/>
        </p:nvSpPr>
        <p:spPr>
          <a:xfrm>
            <a:off x="-1607" y="-1115"/>
            <a:ext cx="12190403" cy="6863692"/>
          </a:xfrm>
          <a:custGeom>
            <a:avLst/>
            <a:gdLst/>
            <a:ahLst/>
            <a:cxnLst/>
            <a:rect l="l" t="t" r="r" b="b"/>
            <a:pathLst>
              <a:path w="9145184" h="5147769">
                <a:moveTo>
                  <a:pt x="4573206" y="2611793"/>
                </a:moveTo>
                <a:lnTo>
                  <a:pt x="4673081" y="5144337"/>
                </a:lnTo>
                <a:lnTo>
                  <a:pt x="4473331" y="5144337"/>
                </a:lnTo>
                <a:close/>
                <a:moveTo>
                  <a:pt x="4571642" y="2577669"/>
                </a:moveTo>
                <a:lnTo>
                  <a:pt x="4568842" y="2582993"/>
                </a:lnTo>
                <a:lnTo>
                  <a:pt x="4572592" y="2595063"/>
                </a:lnTo>
                <a:lnTo>
                  <a:pt x="4576342" y="2582993"/>
                </a:lnTo>
                <a:lnTo>
                  <a:pt x="4573542" y="2577669"/>
                </a:lnTo>
                <a:lnTo>
                  <a:pt x="4576527" y="2582398"/>
                </a:lnTo>
                <a:lnTo>
                  <a:pt x="4577948" y="2577822"/>
                </a:lnTo>
                <a:lnTo>
                  <a:pt x="4576812" y="2582849"/>
                </a:lnTo>
                <a:lnTo>
                  <a:pt x="6195680" y="5147769"/>
                </a:lnTo>
                <a:lnTo>
                  <a:pt x="5925258" y="5147769"/>
                </a:lnTo>
                <a:lnTo>
                  <a:pt x="4576648" y="2583574"/>
                </a:lnTo>
                <a:lnTo>
                  <a:pt x="4573436" y="2597778"/>
                </a:lnTo>
                <a:lnTo>
                  <a:pt x="5365626" y="5147732"/>
                </a:lnTo>
                <a:lnTo>
                  <a:pt x="5148352" y="5147731"/>
                </a:lnTo>
                <a:lnTo>
                  <a:pt x="4572592" y="2601509"/>
                </a:lnTo>
                <a:lnTo>
                  <a:pt x="3996832" y="5147731"/>
                </a:lnTo>
                <a:lnTo>
                  <a:pt x="3779558" y="5147732"/>
                </a:lnTo>
                <a:lnTo>
                  <a:pt x="4571749" y="2597778"/>
                </a:lnTo>
                <a:lnTo>
                  <a:pt x="4568537" y="2583574"/>
                </a:lnTo>
                <a:lnTo>
                  <a:pt x="3219926" y="5147769"/>
                </a:lnTo>
                <a:lnTo>
                  <a:pt x="2949504" y="5147769"/>
                </a:lnTo>
                <a:lnTo>
                  <a:pt x="4568373" y="2582849"/>
                </a:lnTo>
                <a:lnTo>
                  <a:pt x="4567236" y="2577822"/>
                </a:lnTo>
                <a:lnTo>
                  <a:pt x="4568658" y="2582398"/>
                </a:lnTo>
                <a:close/>
                <a:moveTo>
                  <a:pt x="4575557" y="2575085"/>
                </a:moveTo>
                <a:lnTo>
                  <a:pt x="7359080" y="5147393"/>
                </a:lnTo>
                <a:lnTo>
                  <a:pt x="6952676" y="5147393"/>
                </a:lnTo>
                <a:close/>
                <a:moveTo>
                  <a:pt x="4569627" y="2575085"/>
                </a:moveTo>
                <a:lnTo>
                  <a:pt x="2192508" y="5147393"/>
                </a:lnTo>
                <a:lnTo>
                  <a:pt x="1786104" y="5147393"/>
                </a:lnTo>
                <a:close/>
                <a:moveTo>
                  <a:pt x="4575024" y="2574459"/>
                </a:moveTo>
                <a:lnTo>
                  <a:pt x="4578940" y="2575344"/>
                </a:lnTo>
                <a:lnTo>
                  <a:pt x="4578048" y="2574781"/>
                </a:lnTo>
                <a:lnTo>
                  <a:pt x="4579253" y="2575415"/>
                </a:lnTo>
                <a:lnTo>
                  <a:pt x="9145184" y="3607878"/>
                </a:lnTo>
                <a:lnTo>
                  <a:pt x="9145184" y="3994264"/>
                </a:lnTo>
                <a:lnTo>
                  <a:pt x="4580914" y="2576289"/>
                </a:lnTo>
                <a:lnTo>
                  <a:pt x="9144554" y="4976484"/>
                </a:lnTo>
                <a:lnTo>
                  <a:pt x="9144554" y="5147483"/>
                </a:lnTo>
                <a:lnTo>
                  <a:pt x="8654212" y="5147483"/>
                </a:lnTo>
                <a:lnTo>
                  <a:pt x="4579973" y="2575996"/>
                </a:lnTo>
                <a:close/>
                <a:moveTo>
                  <a:pt x="4570160" y="2574459"/>
                </a:moveTo>
                <a:lnTo>
                  <a:pt x="4565211" y="2575996"/>
                </a:lnTo>
                <a:lnTo>
                  <a:pt x="490972" y="5147483"/>
                </a:lnTo>
                <a:lnTo>
                  <a:pt x="629" y="5147483"/>
                </a:lnTo>
                <a:lnTo>
                  <a:pt x="630" y="4976484"/>
                </a:lnTo>
                <a:lnTo>
                  <a:pt x="4564270" y="2576289"/>
                </a:lnTo>
                <a:lnTo>
                  <a:pt x="0" y="3994264"/>
                </a:lnTo>
                <a:lnTo>
                  <a:pt x="0" y="3607878"/>
                </a:lnTo>
                <a:lnTo>
                  <a:pt x="4565931" y="2575415"/>
                </a:lnTo>
                <a:lnTo>
                  <a:pt x="4567137" y="2574781"/>
                </a:lnTo>
                <a:lnTo>
                  <a:pt x="4566244" y="2575344"/>
                </a:lnTo>
                <a:close/>
                <a:moveTo>
                  <a:pt x="630" y="286"/>
                </a:moveTo>
                <a:lnTo>
                  <a:pt x="490972" y="286"/>
                </a:lnTo>
                <a:lnTo>
                  <a:pt x="4565212" y="2571773"/>
                </a:lnTo>
                <a:lnTo>
                  <a:pt x="4567326" y="2572430"/>
                </a:lnTo>
                <a:lnTo>
                  <a:pt x="4569443" y="2572513"/>
                </a:lnTo>
                <a:lnTo>
                  <a:pt x="1786104" y="376"/>
                </a:lnTo>
                <a:lnTo>
                  <a:pt x="2192508" y="376"/>
                </a:lnTo>
                <a:lnTo>
                  <a:pt x="4569471" y="2572514"/>
                </a:lnTo>
                <a:lnTo>
                  <a:pt x="4571301" y="2572587"/>
                </a:lnTo>
                <a:lnTo>
                  <a:pt x="4569599" y="2572654"/>
                </a:lnTo>
                <a:lnTo>
                  <a:pt x="4569627" y="2572684"/>
                </a:lnTo>
                <a:lnTo>
                  <a:pt x="4569595" y="2572654"/>
                </a:lnTo>
                <a:lnTo>
                  <a:pt x="4568222" y="2572708"/>
                </a:lnTo>
                <a:lnTo>
                  <a:pt x="4570160" y="2573310"/>
                </a:lnTo>
                <a:lnTo>
                  <a:pt x="4567604" y="2572732"/>
                </a:lnTo>
                <a:lnTo>
                  <a:pt x="4566783" y="2572765"/>
                </a:lnTo>
                <a:lnTo>
                  <a:pt x="4567137" y="2572988"/>
                </a:lnTo>
                <a:lnTo>
                  <a:pt x="4566717" y="2572767"/>
                </a:lnTo>
                <a:lnTo>
                  <a:pt x="1205" y="2752816"/>
                </a:lnTo>
                <a:lnTo>
                  <a:pt x="1205" y="2392358"/>
                </a:lnTo>
                <a:lnTo>
                  <a:pt x="4565974" y="2572377"/>
                </a:lnTo>
                <a:lnTo>
                  <a:pt x="4565931" y="2572354"/>
                </a:lnTo>
                <a:lnTo>
                  <a:pt x="0" y="1539891"/>
                </a:lnTo>
                <a:lnTo>
                  <a:pt x="0" y="1153505"/>
                </a:lnTo>
                <a:lnTo>
                  <a:pt x="4564271" y="2571481"/>
                </a:lnTo>
                <a:lnTo>
                  <a:pt x="630" y="171286"/>
                </a:lnTo>
                <a:close/>
                <a:moveTo>
                  <a:pt x="9144554" y="286"/>
                </a:moveTo>
                <a:lnTo>
                  <a:pt x="9144554" y="171286"/>
                </a:lnTo>
                <a:lnTo>
                  <a:pt x="4580915" y="2571480"/>
                </a:lnTo>
                <a:lnTo>
                  <a:pt x="9145184" y="1153505"/>
                </a:lnTo>
                <a:lnTo>
                  <a:pt x="9145184" y="1539891"/>
                </a:lnTo>
                <a:lnTo>
                  <a:pt x="4579254" y="2572354"/>
                </a:lnTo>
                <a:lnTo>
                  <a:pt x="4579211" y="2572377"/>
                </a:lnTo>
                <a:lnTo>
                  <a:pt x="9143978" y="2392358"/>
                </a:lnTo>
                <a:lnTo>
                  <a:pt x="9143979" y="2752816"/>
                </a:lnTo>
                <a:lnTo>
                  <a:pt x="4578467" y="2572767"/>
                </a:lnTo>
                <a:lnTo>
                  <a:pt x="4578048" y="2572988"/>
                </a:lnTo>
                <a:lnTo>
                  <a:pt x="4578402" y="2572765"/>
                </a:lnTo>
                <a:lnTo>
                  <a:pt x="4577580" y="2572732"/>
                </a:lnTo>
                <a:lnTo>
                  <a:pt x="4575024" y="2573310"/>
                </a:lnTo>
                <a:lnTo>
                  <a:pt x="4576963" y="2572708"/>
                </a:lnTo>
                <a:lnTo>
                  <a:pt x="4575590" y="2572654"/>
                </a:lnTo>
                <a:lnTo>
                  <a:pt x="4575557" y="2572684"/>
                </a:lnTo>
                <a:lnTo>
                  <a:pt x="4575585" y="2572654"/>
                </a:lnTo>
                <a:lnTo>
                  <a:pt x="4573884" y="2572587"/>
                </a:lnTo>
                <a:lnTo>
                  <a:pt x="4575714" y="2572515"/>
                </a:lnTo>
                <a:lnTo>
                  <a:pt x="6952676" y="376"/>
                </a:lnTo>
                <a:lnTo>
                  <a:pt x="7359080" y="376"/>
                </a:lnTo>
                <a:lnTo>
                  <a:pt x="4575742" y="2572513"/>
                </a:lnTo>
                <a:lnTo>
                  <a:pt x="4577858" y="2572430"/>
                </a:lnTo>
                <a:lnTo>
                  <a:pt x="4579973" y="2571773"/>
                </a:lnTo>
                <a:lnTo>
                  <a:pt x="8654212" y="286"/>
                </a:lnTo>
                <a:close/>
                <a:moveTo>
                  <a:pt x="3219926" y="0"/>
                </a:moveTo>
                <a:lnTo>
                  <a:pt x="4568537" y="2564195"/>
                </a:lnTo>
                <a:lnTo>
                  <a:pt x="4571749" y="2549991"/>
                </a:lnTo>
                <a:lnTo>
                  <a:pt x="3779558" y="38"/>
                </a:lnTo>
                <a:lnTo>
                  <a:pt x="3996832" y="38"/>
                </a:lnTo>
                <a:lnTo>
                  <a:pt x="4572260" y="2544793"/>
                </a:lnTo>
                <a:lnTo>
                  <a:pt x="4471935" y="837"/>
                </a:lnTo>
                <a:lnTo>
                  <a:pt x="4674477" y="837"/>
                </a:lnTo>
                <a:lnTo>
                  <a:pt x="4574412" y="2538215"/>
                </a:lnTo>
                <a:lnTo>
                  <a:pt x="5148352" y="38"/>
                </a:lnTo>
                <a:lnTo>
                  <a:pt x="5365626" y="38"/>
                </a:lnTo>
                <a:lnTo>
                  <a:pt x="4574021" y="2548106"/>
                </a:lnTo>
                <a:lnTo>
                  <a:pt x="4573871" y="2551916"/>
                </a:lnTo>
                <a:lnTo>
                  <a:pt x="4576648" y="2564195"/>
                </a:lnTo>
                <a:lnTo>
                  <a:pt x="5925258" y="0"/>
                </a:lnTo>
                <a:lnTo>
                  <a:pt x="6195680" y="0"/>
                </a:lnTo>
                <a:lnTo>
                  <a:pt x="4576812" y="2564920"/>
                </a:lnTo>
                <a:lnTo>
                  <a:pt x="4577948" y="2569947"/>
                </a:lnTo>
                <a:lnTo>
                  <a:pt x="4576527" y="2565371"/>
                </a:lnTo>
                <a:lnTo>
                  <a:pt x="4573542" y="2570100"/>
                </a:lnTo>
                <a:lnTo>
                  <a:pt x="4576342" y="2564777"/>
                </a:lnTo>
                <a:lnTo>
                  <a:pt x="4573699" y="2556271"/>
                </a:lnTo>
                <a:lnTo>
                  <a:pt x="4573206" y="2568777"/>
                </a:lnTo>
                <a:lnTo>
                  <a:pt x="4572575" y="2552763"/>
                </a:lnTo>
                <a:lnTo>
                  <a:pt x="4568842" y="2564777"/>
                </a:lnTo>
                <a:lnTo>
                  <a:pt x="4571642" y="2570100"/>
                </a:lnTo>
                <a:lnTo>
                  <a:pt x="4568658" y="2565371"/>
                </a:lnTo>
                <a:lnTo>
                  <a:pt x="4567236" y="2569947"/>
                </a:lnTo>
                <a:lnTo>
                  <a:pt x="4568373" y="2564920"/>
                </a:lnTo>
                <a:lnTo>
                  <a:pt x="2949504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100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3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507869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3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" name="Rectangle 8" descr="&#10;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507868" y="482600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30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482599"/>
            <a:ext cx="1843982" cy="5791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2" y="482599"/>
            <a:ext cx="9040045" cy="5791201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9/24/2025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2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2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/>
              <a:pPr/>
              <a:t>9/24/2025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/>
              <a:p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82" r:id="rId10"/>
    <p:sldLayoutId id="2147483678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tx2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Layout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8287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List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your first bullet point here</a:t>
            </a:r>
          </a:p>
          <a:p>
            <a:r>
              <a:rPr lang="en-US"/>
              <a:t>Add your second bullet point here</a:t>
            </a:r>
          </a:p>
          <a:p>
            <a:r>
              <a:rPr lang="en-US"/>
              <a:t>Add your third bullet point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1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9" name="Content Placeholder 8" descr="Clustered column chart showing the values of 3 series for 4 categories. Vertical major axis gridlines are present for each of the 4 categorie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098934"/>
              </p:ext>
            </p:extLst>
          </p:nvPr>
        </p:nvGraphicFramePr>
        <p:xfrm>
          <a:off x="914400" y="1803400"/>
          <a:ext cx="10360025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401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86600419"/>
              </p:ext>
            </p:extLst>
          </p:nvPr>
        </p:nvGraphicFramePr>
        <p:xfrm>
          <a:off x="6297613" y="1803400"/>
          <a:ext cx="4976811" cy="25400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6589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89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589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</a:t>
                      </a:r>
                      <a:r>
                        <a:rPr lang="en-US" baseline="0" dirty="0"/>
                        <a:t> B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08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SmartArt</a:t>
            </a:r>
          </a:p>
        </p:txBody>
      </p:sp>
      <p:graphicFrame>
        <p:nvGraphicFramePr>
          <p:cNvPr id="4" name="Content Placeholder 3" descr="Hierarchy List - Use to show hierarchical relationships progressing across groups. Can also be used to group or list information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7076918"/>
              </p:ext>
            </p:extLst>
          </p:nvPr>
        </p:nvGraphicFramePr>
        <p:xfrm>
          <a:off x="1522413" y="1905000"/>
          <a:ext cx="44196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47147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5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92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328700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90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36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66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- 6</a:t>
            </a:r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2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Radial 16x9">
  <a:themeElements>
    <a:clrScheme name="RedRadial_16x9">
      <a:dk1>
        <a:sysClr val="windowText" lastClr="000000"/>
      </a:dk1>
      <a:lt1>
        <a:sysClr val="window" lastClr="FFFFFF"/>
      </a:lt1>
      <a:dk2>
        <a:srgbClr val="960000"/>
      </a:dk2>
      <a:lt2>
        <a:srgbClr val="BCB49E"/>
      </a:lt2>
      <a:accent1>
        <a:srgbClr val="DDA859"/>
      </a:accent1>
      <a:accent2>
        <a:srgbClr val="968A68"/>
      </a:accent2>
      <a:accent3>
        <a:srgbClr val="D3432B"/>
      </a:accent3>
      <a:accent4>
        <a:srgbClr val="BD9B47"/>
      </a:accent4>
      <a:accent5>
        <a:srgbClr val="618F91"/>
      </a:accent5>
      <a:accent6>
        <a:srgbClr val="DD7323"/>
      </a:accent6>
      <a:hlink>
        <a:srgbClr val="DDA859"/>
      </a:hlink>
      <a:folHlink>
        <a:srgbClr val="968A68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95.potx" id="{50B211C3-0308-4A23-B662-EA2AE6F4DF70}" vid="{1581190B-70AB-4E5E-B6DA-D42AF0078983}"/>
    </a:ext>
  </a:extLst>
</a:theme>
</file>

<file path=ppt/theme/theme2.xml><?xml version="1.0" encoding="utf-8"?>
<a:theme xmlns:a="http://schemas.openxmlformats.org/drawingml/2006/main" name="Office Theme">
  <a:themeElements>
    <a:clrScheme name="RedRadial_16x9">
      <a:dk1>
        <a:sysClr val="windowText" lastClr="000000"/>
      </a:dk1>
      <a:lt1>
        <a:sysClr val="window" lastClr="FFFFFF"/>
      </a:lt1>
      <a:dk2>
        <a:srgbClr val="960000"/>
      </a:dk2>
      <a:lt2>
        <a:srgbClr val="BCB49E"/>
      </a:lt2>
      <a:accent1>
        <a:srgbClr val="DDA859"/>
      </a:accent1>
      <a:accent2>
        <a:srgbClr val="968A68"/>
      </a:accent2>
      <a:accent3>
        <a:srgbClr val="D3432B"/>
      </a:accent3>
      <a:accent4>
        <a:srgbClr val="BD9B47"/>
      </a:accent4>
      <a:accent5>
        <a:srgbClr val="618F91"/>
      </a:accent5>
      <a:accent6>
        <a:srgbClr val="DD7323"/>
      </a:accent6>
      <a:hlink>
        <a:srgbClr val="DDA859"/>
      </a:hlink>
      <a:folHlink>
        <a:srgbClr val="968A68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RedRadial_16x9">
      <a:dk1>
        <a:sysClr val="windowText" lastClr="000000"/>
      </a:dk1>
      <a:lt1>
        <a:sysClr val="window" lastClr="FFFFFF"/>
      </a:lt1>
      <a:dk2>
        <a:srgbClr val="960000"/>
      </a:dk2>
      <a:lt2>
        <a:srgbClr val="BCB49E"/>
      </a:lt2>
      <a:accent1>
        <a:srgbClr val="DDA859"/>
      </a:accent1>
      <a:accent2>
        <a:srgbClr val="968A68"/>
      </a:accent2>
      <a:accent3>
        <a:srgbClr val="D3432B"/>
      </a:accent3>
      <a:accent4>
        <a:srgbClr val="BD9B47"/>
      </a:accent4>
      <a:accent5>
        <a:srgbClr val="618F91"/>
      </a:accent5>
      <a:accent6>
        <a:srgbClr val="DD7323"/>
      </a:accent6>
      <a:hlink>
        <a:srgbClr val="DDA859"/>
      </a:hlink>
      <a:folHlink>
        <a:srgbClr val="968A68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Red radial lines presentation (widescreen)</Template>
  <TotalTime>0</TotalTime>
  <Words>134</Words>
  <Application>Microsoft Office PowerPoint</Application>
  <PresentationFormat>Custom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Red Radial 16x9</vt:lpstr>
      <vt:lpstr>Title Layout</vt:lpstr>
      <vt:lpstr>Title and Content Layout with List</vt:lpstr>
      <vt:lpstr>Title and Content Layout with Chart</vt:lpstr>
      <vt:lpstr>Two Content Layout with Table</vt:lpstr>
      <vt:lpstr>Two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  <vt:lpstr>Add a Slide Title - 6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Lenovo</dc:creator>
  <cp:lastModifiedBy>Lenovo</cp:lastModifiedBy>
  <cp:revision>1</cp:revision>
  <dcterms:created xsi:type="dcterms:W3CDTF">2025-09-24T12:18:04Z</dcterms:created>
  <dcterms:modified xsi:type="dcterms:W3CDTF">2025-09-24T12:18:58Z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