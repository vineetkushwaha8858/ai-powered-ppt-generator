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7"/>
  </p:notesMasterIdLst>
  <p:handoutMasterIdLst>
    <p:handoutMasterId r:id="rId8"/>
  </p:handoutMasterIdLst>
  <p:sldIdLst>
    <p:sldId id="256" r:id="rId6"/>
    <p:sldId id="257" r:id="rId5"/>
    <p:sldId id="258" r:id="rId4"/>
    <p:sldId id="25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572" y="5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76" d="100"/>
          <a:sy n="76" d="100"/>
        </p:scale>
        <p:origin x="1680" y="9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3" Type="http://schemas.openxmlformats.org/officeDocument/2006/relationships/slide" Target="slides/slide4.xml"/><Relationship Id="rId4" Type="http://schemas.openxmlformats.org/officeDocument/2006/relationships/slide" Target="slides/slide3.xml"/><Relationship Id="rId5" Type="http://schemas.openxmlformats.org/officeDocument/2006/relationships/slide" Target="slides/slide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handoutMaster" Target="handoutMasters/handoutMaster1.xml"/><Relationship Id="rId9" Type="http://schemas.openxmlformats.org/officeDocument/2006/relationships/presProps" Target="presProp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DF4E22-E98E-4F6B-977F-447F402EDE8D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DC7F4F-41CA-4B09-9309-82952A673B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1432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02AA3D-838A-4524-93AE-BB6F4B6FC72A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945297-9661-4111-AC4D-7C1869DFF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944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9C73D9D-BEC1-4A36-A912-403F7B61D841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2FB8604-3E91-4806-A5CC-428F0C480F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46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575F1-C798-4463-ADA9-541C94461F29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B8604-3E91-4806-A5CC-428F0C480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773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6226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6DD13-DF4B-4719-A326-B4861EB71C66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B8604-3E91-4806-A5CC-428F0C480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33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1DC53-4A94-4E7C-8BA7-C3E988DA2C17}" type="datetime1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B8604-3E91-4806-A5CC-428F0C480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092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274638"/>
            <a:ext cx="10515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0" y="2193925"/>
            <a:ext cx="5156200" cy="3978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3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3" y="2193925"/>
            <a:ext cx="5157787" cy="3978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9912A-DA7D-4888-BF1A-FFA8B711273B}" type="datetime1">
              <a:rPr lang="en-US" smtClean="0"/>
              <a:t>9/24/2025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B8604-3E91-4806-A5CC-428F0C480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202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F66FA-4CB5-42BA-9ECC-EDEC67A1D389}" type="datetime1">
              <a:rPr lang="en-US" smtClean="0"/>
              <a:t>9/24/2025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B8604-3E91-4806-A5CC-428F0C480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598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567B65-FBBA-46B4-B227-600DAFCC8EF0}" type="datetime1">
              <a:rPr lang="en-US" smtClean="0"/>
              <a:t>9/24/2025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B8604-3E91-4806-A5CC-428F0C480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598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15529-BE6B-4FAF-92A8-E67316B287FA}" type="datetime1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B8604-3E91-4806-A5CC-428F0C480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26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DF48A-15DE-4D33-B881-E4E92245926D}" type="datetime1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B8604-3E91-4806-A5CC-428F0C480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347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D7670-55F0-4C01-BDA5-393F3358D0D1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B8604-3E91-4806-A5CC-428F0C480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257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570A4-2E99-4A4B-A2AC-4D556C089130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B8604-3E91-4806-A5CC-428F0C480F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74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9459B6-5D04-429A-B7FB-48F7063307D2}" type="datetime1">
              <a:rPr lang="en-US" smtClean="0"/>
              <a:pPr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FB8604-3E91-4806-A5CC-428F0C480F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6230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/>
              <a:t>Exploring Ancient India History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Ancient India spans 3300 BCE to 500 CE.</a:t>
            </a:r>
          </a:p>
          <a:p>
            <a:pPr>
              <a:defRPr sz="1800"/>
            </a:pPr>
            <a:r>
              <a:t>Indus Valley Civilization is the earliest known culture.</a:t>
            </a:r>
          </a:p>
          <a:p>
            <a:pPr>
              <a:defRPr sz="1800"/>
            </a:pPr>
            <a:r>
              <a:t>Vedic Period saw the rise of Hinduism emerge.</a:t>
            </a:r>
          </a:p>
          <a:p>
            <a:pPr>
              <a:defRPr sz="1800"/>
            </a:pPr>
            <a:r>
              <a:t>Mahajanapadas were 16 major kingdoms in ancient India.</a:t>
            </a:r>
          </a:p>
          <a:p>
            <a:pPr>
              <a:defRPr sz="1800"/>
            </a:pPr>
            <a:r>
              <a:t>Mauryan Empire was founded by Chandragupta Maurya.</a:t>
            </a:r>
          </a:p>
          <a:p>
            <a:pPr>
              <a:defRPr sz="1800"/>
            </a:pPr>
            <a:r>
              <a:t>Ashoka the Great ruled India from 269-232 BCE.</a:t>
            </a:r>
          </a:p>
          <a:p>
            <a:pPr>
              <a:defRPr sz="1800"/>
            </a:pPr>
            <a:r>
              <a:t>Gupta Empire marked the Golden Age of India.</a:t>
            </a:r>
          </a:p>
          <a:p>
            <a:pPr>
              <a:defRPr sz="1800"/>
            </a:pPr>
            <a:r>
              <a:t>Ancient India made significant contributions to science, mathematics.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Ancient India spans 3300 BCE to 500 CE.</a:t>
            </a:r>
          </a:p>
          <a:p>
            <a:pPr>
              <a:defRPr sz="1800"/>
            </a:pPr>
            <a:r>
              <a:t>Indus Valley Civilization is earliest known culture.</a:t>
            </a:r>
          </a:p>
          <a:p>
            <a:pPr>
              <a:defRPr sz="1800"/>
            </a:pPr>
            <a:r>
              <a:t>Vedic Period marked by Indo-Aryan migrations.</a:t>
            </a:r>
          </a:p>
          <a:p>
            <a:pPr>
              <a:defRPr sz="1800"/>
            </a:pPr>
            <a:r>
              <a:t>Mahajanapadas were 16 major kingdoms formed.</a:t>
            </a:r>
          </a:p>
          <a:p>
            <a:pPr>
              <a:defRPr sz="1800"/>
            </a:pPr>
            <a:r>
              <a:t>Mauryan Empire unified India under Chandragupta.</a:t>
            </a:r>
          </a:p>
          <a:p>
            <a:pPr>
              <a:defRPr sz="1800"/>
            </a:pPr>
            <a:r>
              <a:t>Ashoka the Great promoted Buddhism and non-violence.</a:t>
            </a:r>
          </a:p>
          <a:p>
            <a:pPr>
              <a:defRPr sz="1800"/>
            </a:pPr>
            <a:r>
              <a:t>Gupta Empire is considered India's Golden Age.</a:t>
            </a:r>
          </a:p>
          <a:p>
            <a:pPr>
              <a:defRPr sz="1800"/>
            </a:pPr>
            <a:r>
              <a:t>Ancient India traded with Mesopotamia and China.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sland design template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Arial">
      <a:majorFont>
        <a:latin typeface="Arial" panose="020B0604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Island design slides.potx" id="{5D7C5807-6DD8-49ED-901B-9094A9BD792B}" vid="{EDDDA1B0-F8E2-4B33-B027-7D47A75ECBBC}"/>
    </a:ext>
  </a:extLst>
</a:theme>
</file>

<file path=ppt/theme/theme2.xml><?xml version="1.0" encoding="utf-8"?>
<a:theme xmlns:a="http://schemas.openxmlformats.org/drawingml/2006/main" name="Office Theme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Arial">
      <a:majorFont>
        <a:latin typeface="Arial" panose="020B0604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Arial">
      <a:majorFont>
        <a:latin typeface="Arial" panose="020B0604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Island design slides</Template>
  <TotalTime>0</TotalTime>
  <Words>96</Words>
  <Application>Microsoft Office PowerPoint</Application>
  <PresentationFormat>Widescreen</PresentationFormat>
  <Paragraphs>37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Arial</vt:lpstr>
      <vt:lpstr>Island design template</vt:lpstr>
      <vt:lpstr>Title Layout</vt:lpstr>
      <vt:lpstr>Title and Content Layout with List</vt:lpstr>
      <vt:lpstr>Title and Content Layout with Chart</vt:lpstr>
      <vt:lpstr>Two Content Layout with Table</vt:lpstr>
      <vt:lpstr>Two Content Layout with SmartArt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Layout</dc:title>
  <dc:creator>Lenovo</dc:creator>
  <cp:lastModifiedBy>Lenovo</cp:lastModifiedBy>
  <cp:revision>1</cp:revision>
  <dcterms:created xsi:type="dcterms:W3CDTF">2025-09-24T12:29:18Z</dcterms:created>
  <dcterms:modified xsi:type="dcterms:W3CDTF">2025-09-24T12:30:05Z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</Properties>
</file>