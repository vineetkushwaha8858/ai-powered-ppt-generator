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1" autoAdjust="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Artificial intelligence (AI) refers to the</a:t>
            </a:r>
            <a:br/>
            <a:r>
              <a:t>development of computer systems that can</a:t>
            </a:r>
            <a:br/>
            <a:r>
              <a:t>perform tasks that typically require human</a:t>
            </a:r>
            <a:br/>
            <a:r>
              <a:t>intelligence.</a:t>
            </a:r>
          </a:p>
          <a:p>
            <a:pPr>
              <a:defRPr sz="1600"/>
            </a:pPr>
            <a:r>
              <a:t>The term AI was first coined in 1956 by John</a:t>
            </a:r>
            <a:br/>
            <a:r>
              <a:t>McCarthy, a pioneer in the field.</a:t>
            </a:r>
          </a:p>
          <a:p>
            <a:pPr>
              <a:defRPr sz="1600"/>
            </a:pPr>
            <a:r>
              <a:t>AI systems are designed to learn from data</a:t>
            </a:r>
            <a:br/>
            <a:r>
              <a:t>and improve their performance over time</a:t>
            </a:r>
            <a:br/>
            <a:r>
              <a:t>through machine learning algorithms.</a:t>
            </a:r>
          </a:p>
          <a:p>
            <a:pPr>
              <a:defRPr sz="1600"/>
            </a:pPr>
            <a:r>
              <a:t>Applications of AI include natural language</a:t>
            </a:r>
            <a:br/>
            <a:r>
              <a:t>processing, image recognition, expert</a:t>
            </a:r>
            <a:br/>
            <a:r>
              <a:t>systems, and robotics.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Machine learning (ML) is a subset of AI that</a:t>
            </a:r>
            <a:br/>
            <a:r>
              <a:t>involves training algorithms on large</a:t>
            </a:r>
            <a:br/>
            <a:r>
              <a:t>datasets to make predictions or decisions.</a:t>
            </a:r>
          </a:p>
          <a:p>
            <a:pPr>
              <a:defRPr sz="1600"/>
            </a:pPr>
            <a:r>
              <a:t>Deep learning (DL) is a type of ML that uses</a:t>
            </a:r>
            <a:br/>
            <a:r>
              <a:t>neural networks to analyze complex data and</a:t>
            </a:r>
            <a:br/>
            <a:r>
              <a:t>make accurate predictions.</a:t>
            </a:r>
          </a:p>
          <a:p>
            <a:pPr>
              <a:defRPr sz="1600"/>
            </a:pPr>
            <a:r>
              <a:t>Natural language processing (NLP) enables</a:t>
            </a:r>
            <a:br/>
            <a:r>
              <a:t>computers to understand, generate, and</a:t>
            </a:r>
            <a:br/>
            <a:r>
              <a:t>process human language.</a:t>
            </a:r>
          </a:p>
          <a:p>
            <a:pPr>
              <a:defRPr sz="1600"/>
            </a:pPr>
            <a:r>
              <a:t>Computer vision is the ability of machines</a:t>
            </a:r>
            <a:br/>
            <a:r>
              <a:t>to interpret and understand visual data from</a:t>
            </a:r>
            <a:br/>
            <a:r>
              <a:t>images and videos.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Virtual assistants like Siri, Alexa, and</a:t>
            </a:r>
            <a:br/>
            <a:r>
              <a:t>Google Assistant use AI to understand voice</a:t>
            </a:r>
            <a:br/>
            <a:r>
              <a:t>commands and respond accordingly.</a:t>
            </a:r>
          </a:p>
          <a:p>
            <a:pPr>
              <a:defRPr sz="1600"/>
            </a:pPr>
            <a:r>
              <a:t>Self-driving cars rely on AI algorithms to</a:t>
            </a:r>
            <a:br/>
            <a:r>
              <a:t>detect objects, navigate roads, and make</a:t>
            </a:r>
            <a:br/>
            <a:r>
              <a:t>decisions in real-time.</a:t>
            </a:r>
          </a:p>
          <a:p>
            <a:pPr>
              <a:defRPr sz="1600"/>
            </a:pPr>
            <a:r>
              <a:t>Recommendation systems like Netflix and</a:t>
            </a:r>
            <a:br/>
            <a:r>
              <a:t>Amazon use AI to suggest personalized</a:t>
            </a:r>
            <a:br/>
            <a:r>
              <a:t>content based on user behavior.</a:t>
            </a:r>
          </a:p>
          <a:p>
            <a:pPr>
              <a:defRPr sz="1600"/>
            </a:pPr>
            <a:r>
              <a:t>AI-powered chatbots are used in customer</a:t>
            </a:r>
            <a:br/>
            <a:r>
              <a:t>service to provide 24/7 support and answer</a:t>
            </a:r>
            <a:br/>
            <a:r>
              <a:t>frequently asked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AI can automate repetitive tasks, freeing up</a:t>
            </a:r>
            <a:br/>
            <a:r>
              <a:t>human resources for more strategic and</a:t>
            </a:r>
            <a:br/>
            <a:r>
              <a:t>creative work.</a:t>
            </a:r>
          </a:p>
          <a:p>
            <a:pPr>
              <a:defRPr sz="1600"/>
            </a:pPr>
            <a:r>
              <a:t>AI can help businesses make data-driven</a:t>
            </a:r>
            <a:br/>
            <a:r>
              <a:t>decisions by analyzing large amounts of data</a:t>
            </a:r>
            <a:br/>
            <a:r>
              <a:t>quickly and accurately.</a:t>
            </a:r>
          </a:p>
          <a:p>
            <a:pPr>
              <a:defRPr sz="1600"/>
            </a:pPr>
            <a:r>
              <a:t>AI can improve customer experience through</a:t>
            </a:r>
            <a:br/>
            <a:r>
              <a:t>personalized recommendations and proactive</a:t>
            </a:r>
            <a:br/>
            <a:r>
              <a:t>support.</a:t>
            </a:r>
          </a:p>
          <a:p>
            <a:pPr>
              <a:defRPr sz="1600"/>
            </a:pPr>
            <a:r>
              <a:t>AI has the potential to revolutionize</a:t>
            </a:r>
            <a:br/>
            <a:r>
              <a:t>healthcare by analyzing medical images,</a:t>
            </a:r>
            <a:br/>
            <a:r>
              <a:t>diagnosing diseases, and developing</a:t>
            </a:r>
            <a:br/>
            <a:r>
              <a:t>personalized treatment plans.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AI systems require large amounts of data and</a:t>
            </a:r>
            <a:br/>
            <a:r>
              <a:t>computational resources to train and operate</a:t>
            </a:r>
            <a:br/>
            <a:r>
              <a:t>effectively.</a:t>
            </a:r>
          </a:p>
          <a:p>
            <a:pPr>
              <a:defRPr sz="1600"/>
            </a:pPr>
            <a:r>
              <a:t>There is a risk of job displacement as AI</a:t>
            </a:r>
            <a:br/>
            <a:r>
              <a:t>automation takes over tasks previously</a:t>
            </a:r>
            <a:br/>
            <a:r>
              <a:t>performed by humans.</a:t>
            </a:r>
          </a:p>
          <a:p>
            <a:pPr>
              <a:defRPr sz="1600"/>
            </a:pPr>
            <a:r>
              <a:t>AI can perpetuate biases present in the data</a:t>
            </a:r>
            <a:br/>
            <a:r>
              <a:t>used to train algorithms, leading to</a:t>
            </a:r>
            <a:br/>
            <a:r>
              <a:t>discriminatory outcomes.</a:t>
            </a:r>
          </a:p>
          <a:p>
            <a:pPr>
              <a:defRPr sz="1600"/>
            </a:pPr>
            <a:r>
              <a:t>The security and privacy of AI systems are</a:t>
            </a:r>
            <a:br/>
            <a:r>
              <a:t>concerns, as they often rely on sensitive</a:t>
            </a:r>
            <a:br/>
            <a:r>
              <a:t>user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600"/>
            </a:pPr>
            <a:r>
              <a:rPr dirty="0"/>
              <a:t>As AI becomes more prevalent, we can expect</a:t>
            </a:r>
            <a:br>
              <a:rPr dirty="0"/>
            </a:br>
            <a:r>
              <a:rPr dirty="0"/>
              <a:t>to see increased automation in industries</a:t>
            </a:r>
            <a:br>
              <a:rPr dirty="0"/>
            </a:br>
            <a:r>
              <a:rPr dirty="0"/>
              <a:t>like manufacturing and logistics.</a:t>
            </a:r>
          </a:p>
          <a:p>
            <a:pPr>
              <a:defRPr sz="1600"/>
            </a:pPr>
            <a:r>
              <a:rPr dirty="0"/>
              <a:t>The development of edge AI will enable real-</a:t>
            </a:r>
            <a:br>
              <a:rPr dirty="0"/>
            </a:br>
            <a:r>
              <a:rPr dirty="0"/>
              <a:t>time processing and analysis of data at the</a:t>
            </a:r>
            <a:br>
              <a:rPr dirty="0"/>
            </a:br>
            <a:r>
              <a:rPr dirty="0"/>
              <a:t>source, reducing latency and improving</a:t>
            </a:r>
            <a:br>
              <a:rPr dirty="0"/>
            </a:br>
            <a:r>
              <a:rPr dirty="0"/>
              <a:t>performance.</a:t>
            </a:r>
          </a:p>
          <a:p>
            <a:pPr>
              <a:defRPr sz="1600"/>
            </a:pPr>
            <a:r>
              <a:rPr dirty="0"/>
              <a:t>AI will play an increasingly important role</a:t>
            </a:r>
            <a:br>
              <a:rPr dirty="0"/>
            </a:br>
            <a:r>
              <a:rPr dirty="0"/>
              <a:t>in shaping the future of work, education,</a:t>
            </a:r>
            <a:br>
              <a:rPr dirty="0"/>
            </a:br>
            <a:r>
              <a:rPr dirty="0"/>
              <a:t>and entertainment.</a:t>
            </a:r>
          </a:p>
          <a:p>
            <a:pPr>
              <a:defRPr sz="1600"/>
            </a:pPr>
            <a:r>
              <a:rPr dirty="0"/>
              <a:t>The potential for AI to improve human life</a:t>
            </a:r>
            <a:br>
              <a:rPr dirty="0"/>
            </a:br>
            <a:r>
              <a:rPr dirty="0"/>
              <a:t>is vast, but it also raises significant</a:t>
            </a:r>
            <a:br>
              <a:rPr dirty="0"/>
            </a:br>
            <a:r>
              <a:rPr dirty="0"/>
              <a:t>ethical and societal questions that need to</a:t>
            </a:r>
            <a:br>
              <a:rPr dirty="0"/>
            </a:br>
            <a:r>
              <a:rPr dirty="0"/>
              <a:t>be addressed.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AI Myths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AI systems are not conscious or self-aware,</a:t>
            </a:r>
            <a:br/>
            <a:r>
              <a:t>unlike humans.</a:t>
            </a:r>
          </a:p>
          <a:p>
            <a:pPr>
              <a:defRPr sz="1600"/>
            </a:pPr>
            <a:r>
              <a:t>AI will replace human intelligence and lead</a:t>
            </a:r>
            <a:br/>
            <a:r>
              <a:t>to a loss of creativity.</a:t>
            </a:r>
          </a:p>
          <a:p>
            <a:pPr>
              <a:defRPr sz="1600"/>
            </a:pPr>
            <a:r>
              <a:t>AI is only useful for tasks that require</a:t>
            </a:r>
            <a:br/>
            <a:r>
              <a:t>manual labor, such as data entry.</a:t>
            </a:r>
          </a:p>
          <a:p>
            <a:pPr>
              <a:defRPr sz="1600"/>
            </a:pPr>
            <a:r>
              <a:t>AI is not secure and can be easily hacked or</a:t>
            </a:r>
            <a:br/>
            <a:r>
              <a:t>manipulated.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ctr">
              <a:defRPr sz="3200"/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8C54328-0E3E-40FC-9B9C-E60E585EE030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4172B9F-030A-4864-9C8F-117B052D02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333AA69-F09C-4769-984A-89F3144473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0</TotalTime>
  <Words>90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Ion</vt:lpstr>
      <vt:lpstr>What is AI?</vt:lpstr>
      <vt:lpstr>Types of AI</vt:lpstr>
      <vt:lpstr>Applications of AI</vt:lpstr>
      <vt:lpstr>Benefits of AI</vt:lpstr>
      <vt:lpstr>Challenges of AI</vt:lpstr>
      <vt:lpstr>Future of AI</vt:lpstr>
      <vt:lpstr>Common AI Myths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2025-09-19T10:14:20Z</dcterms:created>
  <dcterms:modified xsi:type="dcterms:W3CDTF">2025-09-23T12:45:49Z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