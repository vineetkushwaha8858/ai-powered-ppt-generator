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60" r:id="rId7"/>
    <p:sldId id="258" r:id="rId8"/>
    <p:sldId id="261" r:id="rId9"/>
    <p:sldId id="262" r:id="rId10"/>
    <p:sldId id="283" r:id="rId11"/>
    <p:sldId id="264" r:id="rId12"/>
    <p:sldId id="266" r:id="rId13"/>
    <p:sldId id="284" r:id="rId14"/>
    <p:sldId id="267" r:id="rId15"/>
    <p:sldId id="269" r:id="rId16"/>
    <p:sldId id="268"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7" d="100"/>
          <a:sy n="47" d="100"/>
        </p:scale>
        <p:origin x="1320" y="3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xmlns:c16r2="http://schemas.microsoft.com/office/drawing/2015/06/char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xmlns:c16r2="http://schemas.microsoft.com/office/drawing/2015/06/char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xmlns:c16r2="http://schemas.microsoft.com/office/drawing/2015/06/char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xmlns:c16r2="http://schemas.microsoft.com/office/drawing/2015/06/char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xmlns:c16r2="http://schemas.microsoft.com/office/drawing/2015/06/char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390877344"/>
        <c:axId val="390880480"/>
      </c:barChart>
      <c:catAx>
        <c:axId val="39087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90880480"/>
        <c:crosses val="autoZero"/>
        <c:auto val="1"/>
        <c:lblAlgn val="ctr"/>
        <c:lblOffset val="100"/>
        <c:noMultiLvlLbl val="0"/>
      </c:catAx>
      <c:valAx>
        <c:axId val="390880480"/>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90877344"/>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9/22/2025</a:t>
            </a:fld>
            <a:endParaRPr lang="en-US" dirty="0"/>
          </a:p>
        </p:txBody>
      </p:sp>
      <p:sp>
        <p:nvSpPr>
          <p:cNvPr id="4" name="Footer Placeholder 3">
            <a:extLst>
              <a:ext uri="{FF2B5EF4-FFF2-40B4-BE49-F238E27FC236}">
                <a16:creationId xmlns:a16="http://schemas.microsoft.com/office/drawing/2014/main" xmlns=""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9/22/2025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xmlns=""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xmlns=""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xmlns=""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xmlns=""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xmlns=""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xmlns=""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xmlns=""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xmlns=""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xmlns=""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xmlns=""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xmlns=""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xmlns=""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xmlns=""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xmlns=""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xmlns=""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xmlns=""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xmlns=""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xmlns=""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xmlns=""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xmlns=""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xmlns=""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xmlns=""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xmlns=""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xmlns=""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xmlns=""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xmlns=""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22" name="Slide Number Placeholder 4">
            <a:extLst>
              <a:ext uri="{FF2B5EF4-FFF2-40B4-BE49-F238E27FC236}">
                <a16:creationId xmlns:a16="http://schemas.microsoft.com/office/drawing/2014/main" xmlns=""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xmlns=""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xmlns=""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xmlns=""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xmlns=""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xmlns=""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xmlns=""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xmlns=""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xmlns=""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xmlns=""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xmlns=""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Click to edit Master text styles</a:t>
            </a:r>
          </a:p>
        </p:txBody>
      </p:sp>
      <p:sp>
        <p:nvSpPr>
          <p:cNvPr id="35" name="Slide Number Placeholder 4">
            <a:extLst>
              <a:ext uri="{FF2B5EF4-FFF2-40B4-BE49-F238E27FC236}">
                <a16:creationId xmlns:a16="http://schemas.microsoft.com/office/drawing/2014/main" xmlns=""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xmlns=""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xmlns=""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xmlns=""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xmlns=""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xmlns=""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xmlns=""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xmlns=""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xmlns=""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xmlns=""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xmlns=""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xmlns=""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xmlns=""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6" name="Text Placeholder 4">
            <a:extLst>
              <a:ext uri="{FF2B5EF4-FFF2-40B4-BE49-F238E27FC236}">
                <a16:creationId xmlns:a16="http://schemas.microsoft.com/office/drawing/2014/main" xmlns=""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27" name="Content Placeholder 3">
            <a:extLst>
              <a:ext uri="{FF2B5EF4-FFF2-40B4-BE49-F238E27FC236}">
                <a16:creationId xmlns:a16="http://schemas.microsoft.com/office/drawing/2014/main" xmlns=""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xmlns=""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xmlns=""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xmlns=""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xmlns=""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xmlns=""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xmlns=""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xmlns=""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xmlns=""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xmlns=""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7" name="Text Placeholder 22">
            <a:extLst>
              <a:ext uri="{FF2B5EF4-FFF2-40B4-BE49-F238E27FC236}">
                <a16:creationId xmlns:a16="http://schemas.microsoft.com/office/drawing/2014/main" xmlns=""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8" name="Text Placeholder 22">
            <a:extLst>
              <a:ext uri="{FF2B5EF4-FFF2-40B4-BE49-F238E27FC236}">
                <a16:creationId xmlns:a16="http://schemas.microsoft.com/office/drawing/2014/main" xmlns=""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29" name="Text Placeholder 22">
            <a:extLst>
              <a:ext uri="{FF2B5EF4-FFF2-40B4-BE49-F238E27FC236}">
                <a16:creationId xmlns:a16="http://schemas.microsoft.com/office/drawing/2014/main" xmlns=""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0" name="Text Placeholder 22">
            <a:extLst>
              <a:ext uri="{FF2B5EF4-FFF2-40B4-BE49-F238E27FC236}">
                <a16:creationId xmlns:a16="http://schemas.microsoft.com/office/drawing/2014/main" xmlns=""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cxnSp>
        <p:nvCxnSpPr>
          <p:cNvPr id="7" name="Straight Connector 6">
            <a:extLst>
              <a:ext uri="{FF2B5EF4-FFF2-40B4-BE49-F238E27FC236}">
                <a16:creationId xmlns:a16="http://schemas.microsoft.com/office/drawing/2014/main" xmlns=""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xmlns=""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7" name="Text Placeholder 22">
            <a:extLst>
              <a:ext uri="{FF2B5EF4-FFF2-40B4-BE49-F238E27FC236}">
                <a16:creationId xmlns:a16="http://schemas.microsoft.com/office/drawing/2014/main" xmlns=""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xmlns=""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Click to edit Master text styles</a:t>
            </a:r>
          </a:p>
        </p:txBody>
      </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xmlns=""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xmlns=""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xmlns=""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xmlns=""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xmlns=""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xmlns=""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xmlns=""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xmlns=""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xmlns=""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xmlns=""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xmlns=""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xmlns=""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xmlns=""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xmlns=""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22" name="Content Placeholder 2">
            <a:extLst>
              <a:ext uri="{FF2B5EF4-FFF2-40B4-BE49-F238E27FC236}">
                <a16:creationId xmlns:a16="http://schemas.microsoft.com/office/drawing/2014/main" xmlns=""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xmlns=""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xmlns=""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xmlns=""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xmlns=""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xmlns=""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xmlns=""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xmlns=""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xmlns=""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xmlns=""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xmlns=""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xmlns=""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xmlns=""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xmlns=""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xmlns=""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xmlns=""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xmlns=""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xmlns=""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xmlns=""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xmlns=""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xmlns=""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xmlns=""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xmlns=""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xmlns=""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xmlns=""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xmlns=""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xmlns=""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xmlns=""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xmlns=""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xmlns=""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xmlns=""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xmlns=""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xmlns=""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xmlns=""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xmlns=""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xmlns=""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xmlns=""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p:txBody>
          <a:bodyPr/>
          <a:lstStyle/>
          <a:p>
            <a:r>
              <a:rPr lang="en-US" dirty="0"/>
              <a:t>Title Here</a:t>
            </a:r>
          </a:p>
        </p:txBody>
      </p:sp>
      <p:sp>
        <p:nvSpPr>
          <p:cNvPr id="3" name="Subtitle 2">
            <a:extLst>
              <a:ext uri="{FF2B5EF4-FFF2-40B4-BE49-F238E27FC236}">
                <a16:creationId xmlns:a16="http://schemas.microsoft.com/office/drawing/2014/main" xmlns="" id="{0D537F64-4C96-4AA8-BB21-E8053A3186DD}"/>
              </a:ext>
            </a:extLst>
          </p:cNvPr>
          <p:cNvSpPr>
            <a:spLocks noGrp="1"/>
          </p:cNvSpPr>
          <p:nvPr>
            <p:ph type="subTitle" idx="1"/>
          </p:nvPr>
        </p:nvSpPr>
        <p:spPr/>
        <p:txBody>
          <a:bodyPr/>
          <a:lstStyle/>
          <a:p>
            <a:pPr marL="0" indent="0">
              <a:buNone/>
            </a:pPr>
            <a:r>
              <a:rPr lang="en-US" dirty="0"/>
              <a:t>Subtitle</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3BD8413-C238-49D7-A4E1-E8FEF1811A0E}"/>
              </a:ext>
            </a:extLst>
          </p:cNvPr>
          <p:cNvSpPr>
            <a:spLocks noGrp="1"/>
          </p:cNvSpPr>
          <p:nvPr>
            <p:ph type="title"/>
          </p:nvPr>
        </p:nvSpPr>
        <p:spPr/>
        <p:txBody>
          <a:bodyPr/>
          <a:lstStyle/>
          <a:p>
            <a:r>
              <a:rPr lang="en-US" dirty="0"/>
              <a:t>Section Header01</a:t>
            </a:r>
          </a:p>
        </p:txBody>
      </p:sp>
      <p:sp>
        <p:nvSpPr>
          <p:cNvPr id="5" name="Text Placeholder 4">
            <a:extLst>
              <a:ext uri="{FF2B5EF4-FFF2-40B4-BE49-F238E27FC236}">
                <a16:creationId xmlns:a16="http://schemas.microsoft.com/office/drawing/2014/main" xmlns="" id="{0A95F4DE-39B7-4CE2-BC1E-8B8AE662A895}"/>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xmlns=""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D179B88-D43C-4A31-9A52-3498E9430782}"/>
              </a:ext>
            </a:extLst>
          </p:cNvPr>
          <p:cNvSpPr>
            <a:spLocks noGrp="1"/>
          </p:cNvSpPr>
          <p:nvPr>
            <p:ph type="title"/>
          </p:nvPr>
        </p:nvSpPr>
        <p:spPr/>
        <p:txBody>
          <a:bodyPr/>
          <a:lstStyle/>
          <a:p>
            <a:r>
              <a:rPr lang="en-US" dirty="0"/>
              <a:t>Section Header02</a:t>
            </a:r>
          </a:p>
        </p:txBody>
      </p:sp>
      <p:sp>
        <p:nvSpPr>
          <p:cNvPr id="5" name="Text Placeholder 4">
            <a:extLst>
              <a:ext uri="{FF2B5EF4-FFF2-40B4-BE49-F238E27FC236}">
                <a16:creationId xmlns:a16="http://schemas.microsoft.com/office/drawing/2014/main" xmlns="" id="{DCDDBE65-9AB1-4989-AF86-726591A6A128}"/>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xmlns=""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875C19A-1AAE-476A-A316-A2CF92D763D3}"/>
              </a:ext>
            </a:extLst>
          </p:cNvPr>
          <p:cNvSpPr>
            <a:spLocks noGrp="1"/>
          </p:cNvSpPr>
          <p:nvPr>
            <p:ph type="title"/>
          </p:nvPr>
        </p:nvSpPr>
        <p:spPr/>
        <p:txBody>
          <a:bodyPr/>
          <a:lstStyle/>
          <a:p>
            <a:r>
              <a:rPr lang="en-US" dirty="0"/>
              <a:t>Content Title 01</a:t>
            </a:r>
          </a:p>
        </p:txBody>
      </p:sp>
      <p:sp>
        <p:nvSpPr>
          <p:cNvPr id="10" name="Text Placeholder 9">
            <a:extLst>
              <a:ext uri="{FF2B5EF4-FFF2-40B4-BE49-F238E27FC236}">
                <a16:creationId xmlns:a16="http://schemas.microsoft.com/office/drawing/2014/main" xmlns="" id="{EF2BC084-E6DB-4DE7-B309-042A85EBA700}"/>
              </a:ext>
            </a:extLst>
          </p:cNvPr>
          <p:cNvSpPr>
            <a:spLocks noGrp="1"/>
          </p:cNvSpPr>
          <p:nvPr>
            <p:ph type="body" sz="quarter" idx="13"/>
          </p:nvPr>
        </p:nvSpPr>
        <p:spPr/>
        <p:txBody>
          <a:bodyPr/>
          <a:lstStyle/>
          <a:p>
            <a:r>
              <a:rPr lang="en-US" dirty="0"/>
              <a:t>Lorem ipsum dolor sit amet, consectetuer adipiscing elit. Maecenas porttitor congue massa. Fusce posuere, magna sed pulvinar ultricies, purus lectus malesuada libero, sit amet commodo magna eros quis urna.</a:t>
            </a:r>
          </a:p>
          <a:p>
            <a:r>
              <a:rPr lang="en-US" dirty="0"/>
              <a:t>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xmlns=""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p:txBody>
          <a:bodyPr/>
          <a:lstStyle/>
          <a:p>
            <a:r>
              <a:rPr lang="en-US" dirty="0"/>
              <a:t>Content Title 02</a:t>
            </a:r>
          </a:p>
        </p:txBody>
      </p:sp>
      <p:sp>
        <p:nvSpPr>
          <p:cNvPr id="2" name="Slide Number Placeholder 1">
            <a:extLst>
              <a:ext uri="{FF2B5EF4-FFF2-40B4-BE49-F238E27FC236}">
                <a16:creationId xmlns:a16="http://schemas.microsoft.com/office/drawing/2014/main" xmlns=""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xmlns="" id="{B74126B4-1E6C-4FFF-9282-40E18A85A07F}"/>
              </a:ext>
            </a:extLst>
          </p:cNvPr>
          <p:cNvSpPr>
            <a:spLocks noGrp="1"/>
          </p:cNvSpPr>
          <p:nvPr>
            <p:ph type="body" sz="quarter" idx="1"/>
          </p:nvPr>
        </p:nvSpPr>
        <p:spPr/>
        <p:txBody>
          <a:bodyPr/>
          <a:lstStyle/>
          <a:p>
            <a:r>
              <a:rPr lang="en-US" dirty="0"/>
              <a:t>Lorem ipsum dolor sit amet</a:t>
            </a:r>
          </a:p>
        </p:txBody>
      </p:sp>
      <p:sp>
        <p:nvSpPr>
          <p:cNvPr id="5" name="Text Placeholder 4">
            <a:extLst>
              <a:ext uri="{FF2B5EF4-FFF2-40B4-BE49-F238E27FC236}">
                <a16:creationId xmlns:a16="http://schemas.microsoft.com/office/drawing/2014/main" xmlns="" id="{E0C87788-476B-4620-8002-A5C1177AD6C1}"/>
              </a:ext>
            </a:extLst>
          </p:cNvPr>
          <p:cNvSpPr>
            <a:spLocks noGrp="1"/>
          </p:cNvSpPr>
          <p:nvPr>
            <p:ph type="body" sz="quarter" idx="3"/>
          </p:nvPr>
        </p:nvSpPr>
        <p:spPr/>
        <p:txBody>
          <a:bodyPr/>
          <a:lstStyle/>
          <a:p>
            <a:r>
              <a:rPr lang="en-US" dirty="0"/>
              <a:t>Lorem ipsum dolor sit amet</a:t>
            </a:r>
          </a:p>
        </p:txBody>
      </p:sp>
      <p:sp>
        <p:nvSpPr>
          <p:cNvPr id="8" name="Text Placeholder 7">
            <a:extLst>
              <a:ext uri="{FF2B5EF4-FFF2-40B4-BE49-F238E27FC236}">
                <a16:creationId xmlns:a16="http://schemas.microsoft.com/office/drawing/2014/main" xmlns="" id="{47DC4E62-1A34-4F98-A451-214F1808519C}"/>
              </a:ext>
            </a:extLst>
          </p:cNvPr>
          <p:cNvSpPr>
            <a:spLocks noGrp="1"/>
          </p:cNvSpPr>
          <p:nvPr>
            <p:ph type="body" sz="quarter" idx="2"/>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a:p>
            <a:endParaRPr lang="en-US" dirty="0"/>
          </a:p>
        </p:txBody>
      </p:sp>
      <p:sp>
        <p:nvSpPr>
          <p:cNvPr id="6" name="Text Placeholder 5">
            <a:extLst>
              <a:ext uri="{FF2B5EF4-FFF2-40B4-BE49-F238E27FC236}">
                <a16:creationId xmlns:a16="http://schemas.microsoft.com/office/drawing/2014/main" xmlns="" id="{000A9570-5EF6-4AFB-9FCA-7C8998E3FEB1}"/>
              </a:ext>
            </a:extLst>
          </p:cNvPr>
          <p:cNvSpPr>
            <a:spLocks noGrp="1"/>
          </p:cNvSpPr>
          <p:nvPr>
            <p:ph type="body" sz="quarter" idx="4"/>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xmlns=""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asvg="http://schemas.microsoft.com/office/drawing/2016/SVG/main" xmlns=""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xmlns=""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xmlns=""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a:fillRect/>
          </a:stretch>
        </p:blipFill>
        <p:spPr/>
      </p:pic>
      <p:sp>
        <p:nvSpPr>
          <p:cNvPr id="20" name="Text Placeholder 19">
            <a:extLst>
              <a:ext uri="{FF2B5EF4-FFF2-40B4-BE49-F238E27FC236}">
                <a16:creationId xmlns:a16="http://schemas.microsoft.com/office/drawing/2014/main" xmlns=""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xmlns=""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asvg="http://schemas.microsoft.com/office/drawing/2016/SVG/main" xmlns="" r:embed="rId7"/>
              </a:ext>
            </a:extLst>
          </a:blip>
          <a:srcRect t="63" b="63"/>
          <a:stretch>
            <a:fillRect/>
          </a:stretch>
        </p:blipFill>
        <p:spPr/>
      </p:pic>
      <p:sp>
        <p:nvSpPr>
          <p:cNvPr id="21" name="Text Placeholder 20">
            <a:extLst>
              <a:ext uri="{FF2B5EF4-FFF2-40B4-BE49-F238E27FC236}">
                <a16:creationId xmlns:a16="http://schemas.microsoft.com/office/drawing/2014/main" xmlns=""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xmlns=""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asvg="http://schemas.microsoft.com/office/drawing/2016/SVG/main" xmlns="" r:embed="rId9"/>
              </a:ext>
            </a:extLst>
          </a:blip>
          <a:srcRect/>
          <a:stretch>
            <a:fillRect/>
          </a:stretch>
        </p:blipFill>
        <p:spPr/>
      </p:pic>
      <p:sp>
        <p:nvSpPr>
          <p:cNvPr id="22" name="Text Placeholder 21">
            <a:extLst>
              <a:ext uri="{FF2B5EF4-FFF2-40B4-BE49-F238E27FC236}">
                <a16:creationId xmlns:a16="http://schemas.microsoft.com/office/drawing/2014/main" xmlns=""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xmlns=""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asvg="http://schemas.microsoft.com/office/drawing/2016/SVG/main" xmlns="" r:embed="rId11"/>
              </a:ext>
            </a:extLst>
          </a:blip>
          <a:srcRect t="63" b="63"/>
          <a:stretch>
            <a:fillRect/>
          </a:stretch>
        </p:blipFill>
        <p:spPr/>
      </p:pic>
      <p:sp>
        <p:nvSpPr>
          <p:cNvPr id="23" name="Text Placeholder 22">
            <a:extLst>
              <a:ext uri="{FF2B5EF4-FFF2-40B4-BE49-F238E27FC236}">
                <a16:creationId xmlns:a16="http://schemas.microsoft.com/office/drawing/2014/main" xmlns=""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xmlns=""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xmlns=""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xmlns=""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xmlns=""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xmlns=""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xmlns=""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xmlns=""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xmlns=""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xmlns=""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xmlns=""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xmlns="" val="3559833401"/>
                    </a:ext>
                  </a:extLst>
                </a:gridCol>
                <a:gridCol w="2482850">
                  <a:extLst>
                    <a:ext uri="{9D8B030D-6E8A-4147-A177-3AD203B41FA5}">
                      <a16:colId xmlns:a16="http://schemas.microsoft.com/office/drawing/2014/main" xmlns="" val="82523989"/>
                    </a:ext>
                  </a:extLst>
                </a:gridCol>
                <a:gridCol w="2482850">
                  <a:extLst>
                    <a:ext uri="{9D8B030D-6E8A-4147-A177-3AD203B41FA5}">
                      <a16:colId xmlns:a16="http://schemas.microsoft.com/office/drawing/2014/main" xmlns="" val="3211310719"/>
                    </a:ext>
                  </a:extLst>
                </a:gridCol>
                <a:gridCol w="2482850">
                  <a:extLst>
                    <a:ext uri="{9D8B030D-6E8A-4147-A177-3AD203B41FA5}">
                      <a16:colId xmlns:a16="http://schemas.microsoft.com/office/drawing/2014/main" xmlns=""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xmlns=""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xmlns=""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xmlns=""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xmlns=""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xmlns=""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xmlns="" val="3472044516"/>
                  </a:ext>
                </a:extLst>
              </a:tr>
            </a:tbl>
          </a:graphicData>
        </a:graphic>
      </p:graphicFrame>
      <p:sp>
        <p:nvSpPr>
          <p:cNvPr id="2" name="Slide Number Placeholder 1">
            <a:extLst>
              <a:ext uri="{FF2B5EF4-FFF2-40B4-BE49-F238E27FC236}">
                <a16:creationId xmlns:a16="http://schemas.microsoft.com/office/drawing/2014/main" xmlns=""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xmlns=""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xmlns=""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xmlns="" id="{8EDC7217-2779-44E0-9E6D-3B3879516A1D}"/>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98DCA46-603B-4178-8707-30E192CE6B8D}"/>
              </a:ext>
            </a:extLst>
          </p:cNvPr>
          <p:cNvSpPr>
            <a:spLocks noGrp="1"/>
          </p:cNvSpPr>
          <p:nvPr>
            <p:ph type="title"/>
          </p:nvPr>
        </p:nvSpPr>
        <p:spPr/>
        <p:txBody>
          <a:bodyPr/>
          <a:lstStyle/>
          <a:p>
            <a:r>
              <a:rPr lang="en-US" dirty="0"/>
              <a:t>Customize this Template</a:t>
            </a:r>
          </a:p>
        </p:txBody>
      </p:sp>
      <p:sp>
        <p:nvSpPr>
          <p:cNvPr id="2" name="Slide Number Placeholder 1">
            <a:extLst>
              <a:ext uri="{FF2B5EF4-FFF2-40B4-BE49-F238E27FC236}">
                <a16:creationId xmlns:a16="http://schemas.microsoft.com/office/drawing/2014/main" xmlns="" id="{6D90B5C6-1CB0-445E-99D1-8E2FE8C59B50}"/>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
        <p:nvSpPr>
          <p:cNvPr id="3" name="Text Placeholder 2">
            <a:extLst>
              <a:ext uri="{FF2B5EF4-FFF2-40B4-BE49-F238E27FC236}">
                <a16:creationId xmlns:a16="http://schemas.microsoft.com/office/drawing/2014/main" xmlns="" id="{06554A61-D199-469B-AB0C-B68F82B5059F}"/>
              </a:ext>
            </a:extLst>
          </p:cNvPr>
          <p:cNvSpPr>
            <a:spLocks noGrp="1"/>
          </p:cNvSpPr>
          <p:nvPr>
            <p:ph type="body" sz="quarter" idx="13"/>
          </p:nvPr>
        </p:nvSpPr>
        <p:spPr/>
        <p:txBody>
          <a:bodyPr/>
          <a:lstStyle/>
          <a:p>
            <a:r>
              <a:rPr lang="en-US" u="sng" dirty="0">
                <a:hlinkClick r:id="rId2">
                  <a:extLst>
                    <a:ext uri="{A12FA001-AC4F-418D-AE19-62706E023703}">
                      <ahyp:hlinkClr xmlns:ahyp="http://schemas.microsoft.com/office/drawing/2018/hyperlinkcolor" xmlns="" val="tx"/>
                    </a:ext>
                  </a:extLst>
                </a:hlinkClick>
              </a:rPr>
              <a:t>Template Editing Instructions and Feedback</a:t>
            </a:r>
            <a:endParaRPr lang="en-US" u="sng"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375</Words>
  <Application>Microsoft Office PowerPoint</Application>
  <PresentationFormat>Widescreen</PresentationFormat>
  <Paragraphs>52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Tahoma</vt:lpstr>
      <vt:lpstr>Trade Gothic LT Pro</vt:lpstr>
      <vt:lpstr>Trebuchet MS</vt:lpstr>
      <vt:lpstr>Office Theme</vt:lpstr>
      <vt:lpstr>Title Here</vt:lpstr>
      <vt:lpstr>Section Header01</vt:lpstr>
      <vt:lpstr>Section Header02</vt:lpstr>
      <vt:lpstr>Content Title 01</vt:lpstr>
      <vt:lpstr>Content Title 02</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lpstr>Customize this Template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2025-09-22T06:59:14Z</dcterms:created>
  <dcterms:modified xsi:type="dcterms:W3CDTF">2025-09-22T06:59:45Z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